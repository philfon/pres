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6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5"/>
    <p:sldMasterId id="2147483772" r:id="rId6"/>
    <p:sldMasterId id="2147483906" r:id="rId7"/>
  </p:sldMasterIdLst>
  <p:notesMasterIdLst>
    <p:notesMasterId r:id="rId11"/>
  </p:notesMasterIdLst>
  <p:sldIdLst>
    <p:sldId id="256" r:id="rId10"/>
    <p:sldId id="257" r:id="rId9"/>
    <p:sldId id="258" r:id="rId8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B0AA06-C05B-456D-9262-B1E5EFF6178C}" name="Cabot, Julien" initials="CJ" userId="S::julien.cabot@suez.com::4c2fb06d-f2dc-4df9-936b-141d9460f8e6" providerId="AD"/>
  <p188:author id="{36085A0D-A4A4-D709-C6BF-DE2159964765}" name="Mitchell, Katie" initials="MK" userId="S::katie.mitchell@suez.com::d12b058f-24e1-4682-b711-3b58ed82a4e3" providerId="AD"/>
  <p188:author id="{C9747593-2E88-2402-BB45-4F0C1F1A798E}" name="Clarke, Stephanie" initials="CS" userId="S::stephanie.clarke@suez.com::675c35d9-5d10-4012-9307-9087e845431d" providerId="AD"/>
  <p188:author id="{EF31EDE4-1F19-9C81-1697-F82210C95D26}" name="Dufour, Elodie (ext)" initials="D(" userId="S::elodie.dufour.ext@suez.com::dd8e0f2e-00c0-4903-a0d5-b6c876c04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DAA38-F5BC-4520-A573-8189A0EF02BD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72A3-8659-40CE-AD46-BA28FFB46D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97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vac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98076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8" y="1556793"/>
            <a:ext cx="5916031" cy="45005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6613607" y="1556794"/>
            <a:ext cx="5134325" cy="3767703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146B07-1F43-3C7D-FE23-9D9144CC88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38958B-ECAA-C6CD-3A91-64A2632E45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9011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4" name="Image 3" descr="Une image contenant silhouette&#10;&#10;Description générée automatiquement">
            <a:extLst>
              <a:ext uri="{FF2B5EF4-FFF2-40B4-BE49-F238E27FC236}">
                <a16:creationId xmlns:a16="http://schemas.microsoft.com/office/drawing/2014/main" id="{D1A5F732-3109-E9BA-C067-306D7C7FC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2" y="1306800"/>
            <a:ext cx="10410143" cy="5551200"/>
          </a:xfrm>
          <a:prstGeom prst="rect">
            <a:avLst/>
          </a:prstGeom>
        </p:spPr>
      </p:pic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431400" y="612000"/>
            <a:ext cx="113292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431400" y="4050000"/>
            <a:ext cx="113292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400" y="2160000"/>
            <a:ext cx="113292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CB1DC33-FE87-BFB5-13F7-D5BC43BF798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9872E648-0384-83C9-A719-CB5D34853F2D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32832A93-ECDA-87DC-BCEA-629BF4486C12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5267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10378E-ACEE-42F8-275D-D63CC3B7E61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5195901" y="612000"/>
            <a:ext cx="6564700" cy="1224000"/>
          </a:xfrm>
        </p:spPr>
        <p:txBody>
          <a:bodyPr anchor="b" anchorCtr="0"/>
          <a:lstStyle>
            <a:lvl1pPr algn="ctr">
              <a:defRPr sz="3700" cap="all" baseline="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20F765-3C63-CC3E-FBAD-78887FB1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5195901" y="3330000"/>
            <a:ext cx="65647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 sz="1900" b="0"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D4CFDC-7C74-C55F-1971-CDC073DC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1811524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2E8BAC-F5E7-192D-031D-4ED5F096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459039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E5984D7-41F5-C3FB-5FB6-E9D778261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95901" y="2160000"/>
            <a:ext cx="6564700" cy="900000"/>
          </a:xfrm>
        </p:spPr>
        <p:txBody>
          <a:bodyPr/>
          <a:lstStyle>
            <a:lvl1pPr algn="ctr">
              <a:spcAft>
                <a:spcPts val="0"/>
              </a:spcAft>
              <a:defRPr sz="2400" b="1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Subtitle of the presentation </a:t>
            </a:r>
            <a:br>
              <a:rPr lang="en-GB" noProof="0"/>
            </a:br>
            <a:r>
              <a:rPr lang="en-GB" noProof="0"/>
              <a:t>on 2 lines maximum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16F6B923-C747-D461-2629-89E0E68BEC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-1" y="-1"/>
            <a:ext cx="4886036" cy="6858001"/>
          </a:xfrm>
          <a:custGeom>
            <a:avLst/>
            <a:gdLst>
              <a:gd name="connsiteX0" fmla="*/ 1 w 4886036"/>
              <a:gd name="connsiteY0" fmla="*/ 0 h 6858001"/>
              <a:gd name="connsiteX1" fmla="*/ 4007769 w 4886036"/>
              <a:gd name="connsiteY1" fmla="*/ 0 h 6858001"/>
              <a:gd name="connsiteX2" fmla="*/ 4007769 w 4886036"/>
              <a:gd name="connsiteY2" fmla="*/ 1216 h 6858001"/>
              <a:gd name="connsiteX3" fmla="*/ 4886036 w 4886036"/>
              <a:gd name="connsiteY3" fmla="*/ 1 h 6858001"/>
              <a:gd name="connsiteX4" fmla="*/ 4307225 w 4886036"/>
              <a:gd name="connsiteY4" fmla="*/ 6858001 h 6858001"/>
              <a:gd name="connsiteX5" fmla="*/ 4007769 w 4886036"/>
              <a:gd name="connsiteY5" fmla="*/ 6857531 h 6858001"/>
              <a:gd name="connsiteX6" fmla="*/ 4007769 w 4886036"/>
              <a:gd name="connsiteY6" fmla="*/ 6858000 h 6858001"/>
              <a:gd name="connsiteX7" fmla="*/ 1 w 4886036"/>
              <a:gd name="connsiteY7" fmla="*/ 6858000 h 6858001"/>
              <a:gd name="connsiteX8" fmla="*/ 1 w 4886036"/>
              <a:gd name="connsiteY8" fmla="*/ 6851241 h 6858001"/>
              <a:gd name="connsiteX9" fmla="*/ 0 w 4886036"/>
              <a:gd name="connsiteY9" fmla="*/ 6851241 h 6858001"/>
              <a:gd name="connsiteX10" fmla="*/ 0 w 4886036"/>
              <a:gd name="connsiteY10" fmla="*/ 6761 h 6858001"/>
              <a:gd name="connsiteX11" fmla="*/ 1 w 4886036"/>
              <a:gd name="connsiteY11" fmla="*/ 676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86036" h="6858001">
                <a:moveTo>
                  <a:pt x="1" y="0"/>
                </a:moveTo>
                <a:lnTo>
                  <a:pt x="4007769" y="0"/>
                </a:lnTo>
                <a:lnTo>
                  <a:pt x="4007769" y="1216"/>
                </a:lnTo>
                <a:lnTo>
                  <a:pt x="4886036" y="1"/>
                </a:lnTo>
                <a:cubicBezTo>
                  <a:pt x="4863774" y="2977772"/>
                  <a:pt x="4381432" y="4224989"/>
                  <a:pt x="4307225" y="6858001"/>
                </a:cubicBezTo>
                <a:lnTo>
                  <a:pt x="4007769" y="6857531"/>
                </a:lnTo>
                <a:lnTo>
                  <a:pt x="4007769" y="6858000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AA6EDE-30FA-C55B-77A0-55961C097372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266656" y="6082833"/>
            <a:ext cx="1658691" cy="414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4" name="Forme libre : forme 3">
              <a:extLst>
                <a:ext uri="{FF2B5EF4-FFF2-40B4-BE49-F238E27FC236}">
                  <a16:creationId xmlns:a16="http://schemas.microsoft.com/office/drawing/2014/main" id="{A143CC8D-D2CD-028D-4ACD-2E66A5A2969F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4FE95306-8E6E-8581-68BA-50355929155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8760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E87B1AD9-58F7-B98A-C95F-F3A0C420DD1D}"/>
              </a:ext>
            </a:extLst>
          </p:cNvPr>
          <p:cNvSpPr/>
          <p:nvPr userDrawn="1"/>
        </p:nvSpPr>
        <p:spPr bwMode="gray">
          <a:xfrm>
            <a:off x="1" y="0"/>
            <a:ext cx="2514601" cy="6858000"/>
          </a:xfrm>
          <a:custGeom>
            <a:avLst/>
            <a:gdLst>
              <a:gd name="connsiteX0" fmla="*/ 0 w 2514601"/>
              <a:gd name="connsiteY0" fmla="*/ 0 h 6858000"/>
              <a:gd name="connsiteX1" fmla="*/ 2099556 w 2514601"/>
              <a:gd name="connsiteY1" fmla="*/ 0 h 6858000"/>
              <a:gd name="connsiteX2" fmla="*/ 2099556 w 2514601"/>
              <a:gd name="connsiteY2" fmla="*/ 355 h 6858000"/>
              <a:gd name="connsiteX3" fmla="*/ 2216421 w 2514601"/>
              <a:gd name="connsiteY3" fmla="*/ 0 h 6858000"/>
              <a:gd name="connsiteX4" fmla="*/ 2216751 w 2514601"/>
              <a:gd name="connsiteY4" fmla="*/ 0 h 6858000"/>
              <a:gd name="connsiteX5" fmla="*/ 2220935 w 2514601"/>
              <a:gd name="connsiteY5" fmla="*/ 242874 h 6858000"/>
              <a:gd name="connsiteX6" fmla="*/ 2512845 w 2514601"/>
              <a:gd name="connsiteY6" fmla="*/ 6583808 h 6858000"/>
              <a:gd name="connsiteX7" fmla="*/ 2514601 w 2514601"/>
              <a:gd name="connsiteY7" fmla="*/ 6858000 h 6858000"/>
              <a:gd name="connsiteX8" fmla="*/ 2514227 w 2514601"/>
              <a:gd name="connsiteY8" fmla="*/ 6858000 h 6858000"/>
              <a:gd name="connsiteX9" fmla="*/ 2099556 w 2514601"/>
              <a:gd name="connsiteY9" fmla="*/ 6856892 h 6858000"/>
              <a:gd name="connsiteX10" fmla="*/ 2099556 w 2514601"/>
              <a:gd name="connsiteY10" fmla="*/ 6858000 h 6858000"/>
              <a:gd name="connsiteX11" fmla="*/ 0 w 2514601"/>
              <a:gd name="connsiteY11" fmla="*/ 6858000 h 6858000"/>
              <a:gd name="connsiteX12" fmla="*/ 0 w 2514601"/>
              <a:gd name="connsiteY12" fmla="*/ 6851278 h 6858000"/>
              <a:gd name="connsiteX13" fmla="*/ 0 w 2514601"/>
              <a:gd name="connsiteY13" fmla="*/ 67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4601" h="6858000">
                <a:moveTo>
                  <a:pt x="0" y="0"/>
                </a:moveTo>
                <a:lnTo>
                  <a:pt x="2099556" y="0"/>
                </a:lnTo>
                <a:lnTo>
                  <a:pt x="2099556" y="355"/>
                </a:lnTo>
                <a:lnTo>
                  <a:pt x="2216421" y="0"/>
                </a:lnTo>
                <a:lnTo>
                  <a:pt x="2216751" y="0"/>
                </a:lnTo>
                <a:lnTo>
                  <a:pt x="2220935" y="242874"/>
                </a:lnTo>
                <a:cubicBezTo>
                  <a:pt x="2268656" y="2632927"/>
                  <a:pt x="2488619" y="3890677"/>
                  <a:pt x="2512845" y="6583808"/>
                </a:cubicBezTo>
                <a:lnTo>
                  <a:pt x="2514601" y="6858000"/>
                </a:lnTo>
                <a:lnTo>
                  <a:pt x="2514227" y="6858000"/>
                </a:lnTo>
                <a:lnTo>
                  <a:pt x="2099556" y="6856892"/>
                </a:lnTo>
                <a:lnTo>
                  <a:pt x="2099556" y="6858000"/>
                </a:lnTo>
                <a:lnTo>
                  <a:pt x="0" y="6858000"/>
                </a:lnTo>
                <a:lnTo>
                  <a:pt x="0" y="6851278"/>
                </a:lnTo>
                <a:lnTo>
                  <a:pt x="0" y="672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F37B2A-5BEF-61E5-319B-4E1D8873E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20001" y="1160828"/>
            <a:ext cx="9237025" cy="720000"/>
          </a:xfrm>
        </p:spPr>
        <p:txBody>
          <a:bodyPr anchor="b" anchorCtr="0"/>
          <a:lstStyle>
            <a:lvl1pPr>
              <a:defRPr sz="37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summary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58CDEE6-D8A8-B5A0-FA60-5EFFFBAD04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639618" y="2221193"/>
            <a:ext cx="9117407" cy="3420000"/>
          </a:xfrm>
        </p:spPr>
        <p:txBody>
          <a:bodyPr numCol="2" spcCol="540000"/>
          <a:lstStyle>
            <a:lvl1pPr>
              <a:spcAft>
                <a:spcPts val="1200"/>
              </a:spcAft>
              <a:tabLst>
                <a:tab pos="304792" algn="l"/>
              </a:tabLst>
              <a:defRPr sz="1200" b="0">
                <a:solidFill>
                  <a:schemeClr val="tx1"/>
                </a:solidFill>
                <a:latin typeface="+mj-lt"/>
              </a:defRPr>
            </a:lvl1pPr>
            <a:lvl2pPr marL="300031" indent="0">
              <a:spcAft>
                <a:spcPts val="1200"/>
              </a:spcAft>
              <a:tabLst>
                <a:tab pos="690545" algn="l"/>
              </a:tabLst>
              <a:defRPr sz="1051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1.	Text level 1</a:t>
            </a:r>
          </a:p>
          <a:p>
            <a:pPr lvl="1"/>
            <a:r>
              <a:rPr lang="en-GB" noProof="0"/>
              <a:t>1.1.	Text level 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46791-5C77-10A7-DF26-D2055E5289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3CE70-1938-C956-D914-B8E12C905C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4239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B27961-FAAB-E901-6871-9EF6F0D58F0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B273CDB4-8475-A4DA-225D-4E9241279DB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EB3A4D8-4CAB-9B33-1392-CB14C6CFED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84001" y="1151657"/>
            <a:ext cx="5673025" cy="1593268"/>
          </a:xfrm>
        </p:spPr>
        <p:txBody>
          <a:bodyPr anchor="b" anchorCtr="0"/>
          <a:lstStyle>
            <a:lvl1pPr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84001" y="3240000"/>
            <a:ext cx="5673025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084001" y="4320001"/>
            <a:ext cx="5673025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39C7FA9-6C4C-FE20-1DDC-A1DB0587576D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2E8784B4-B4AC-2307-F9B8-B889D69C29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19DFAEB9-B684-0D5D-4B02-E1E2DA5D68E9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2D2F391-B951-1BAD-863F-132EDBB1AA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E630AFC-8AEB-7D4F-FD28-A0BA7A0BEE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87DB7-7081-9367-9718-78A7A8F0EF5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3568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F4C7C7-5AC9-D1DB-A588-5C23D9DBC49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E21F9B7C-4580-8761-7D51-7D2E11B3206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3D9F8DB7-FF53-5C41-838B-44C9207CB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0" y="2780928"/>
            <a:ext cx="8832304" cy="40770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A86F3D-3B09-4C6B-6AA5-A2B27C8A9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2001" y="1196752"/>
            <a:ext cx="4931907" cy="1080000"/>
          </a:xfrm>
        </p:spPr>
        <p:txBody>
          <a:bodyPr anchor="b" anchorCtr="0"/>
          <a:lstStyle>
            <a:lvl1pPr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1.1.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99E7D-764E-4A47-9CEE-BD9564B30F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2001" y="2411788"/>
            <a:ext cx="4931907" cy="1000805"/>
          </a:xfrm>
        </p:spPr>
        <p:txBody>
          <a:bodyPr anchor="b" anchorCtr="0"/>
          <a:lstStyle>
            <a:lvl1pPr>
              <a:spcAft>
                <a:spcPts val="0"/>
              </a:spcAft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B21CC21-8D1C-2D61-9C0B-9B9F0CBEF3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2001" y="3491789"/>
            <a:ext cx="4931907" cy="1845304"/>
          </a:xfrm>
        </p:spPr>
        <p:txBody>
          <a:bodyPr/>
          <a:lstStyle>
            <a:lvl1pPr>
              <a:spcAft>
                <a:spcPts val="0"/>
              </a:spcAft>
              <a:defRPr sz="1900" b="0" cap="none" baseline="0">
                <a:solidFill>
                  <a:schemeClr val="bg1"/>
                </a:solidFill>
              </a:defRPr>
            </a:lvl1pPr>
            <a:lvl3pPr>
              <a:defRPr/>
            </a:lvl3pPr>
          </a:lstStyle>
          <a:p>
            <a:r>
              <a:rPr lang="en-GB" noProof="0"/>
              <a:t>Subtitle of the part </a:t>
            </a:r>
            <a:br>
              <a:rPr lang="en-GB" noProof="0"/>
            </a:br>
            <a:r>
              <a:rPr lang="en-GB" noProof="0"/>
              <a:t>on several lines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F141315-9BC1-DFE7-4CA5-220E770C5BA8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2F184A82-CE3D-696D-A393-F56628B946FC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4B391F0B-8EB4-59E8-B2D8-2C32479DE968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EA169D2-27B6-AA65-3056-087BD5B4024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84FE-62F4-8161-BDA6-51B729A716C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DDCE75-9D4C-4EA3-40FF-27DF83A97A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7375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A38B4F-8E85-8B46-92D7-6FA45BB9FE3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FDCFABC-FC90-BA34-0B85-96304AD7A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043775" y="3032956"/>
            <a:ext cx="8046271" cy="2520280"/>
          </a:xfrm>
          <a:prstGeom prst="rect">
            <a:avLst/>
          </a:prstGeom>
        </p:spPr>
      </p:pic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2079BA05-ED52-17DA-C9BB-78ACB85756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-1" y="-1"/>
            <a:ext cx="4858712" cy="6858001"/>
          </a:xfrm>
          <a:custGeom>
            <a:avLst/>
            <a:gdLst>
              <a:gd name="connsiteX0" fmla="*/ 1 w 4858712"/>
              <a:gd name="connsiteY0" fmla="*/ 0 h 6858001"/>
              <a:gd name="connsiteX1" fmla="*/ 2216421 w 4858712"/>
              <a:gd name="connsiteY1" fmla="*/ 0 h 6858001"/>
              <a:gd name="connsiteX2" fmla="*/ 2216751 w 4858712"/>
              <a:gd name="connsiteY2" fmla="*/ 0 h 6858001"/>
              <a:gd name="connsiteX3" fmla="*/ 4824001 w 4858712"/>
              <a:gd name="connsiteY3" fmla="*/ 0 h 6858001"/>
              <a:gd name="connsiteX4" fmla="*/ 4824001 w 4858712"/>
              <a:gd name="connsiteY4" fmla="*/ 48 h 6858001"/>
              <a:gd name="connsiteX5" fmla="*/ 4858712 w 4858712"/>
              <a:gd name="connsiteY5" fmla="*/ 0 h 6858001"/>
              <a:gd name="connsiteX6" fmla="*/ 4283138 w 4858712"/>
              <a:gd name="connsiteY6" fmla="*/ 6858000 h 6858001"/>
              <a:gd name="connsiteX7" fmla="*/ 4259799 w 4858712"/>
              <a:gd name="connsiteY7" fmla="*/ 6857963 h 6858001"/>
              <a:gd name="connsiteX8" fmla="*/ 4259799 w 4858712"/>
              <a:gd name="connsiteY8" fmla="*/ 6858001 h 6858001"/>
              <a:gd name="connsiteX9" fmla="*/ 1 w 4858712"/>
              <a:gd name="connsiteY9" fmla="*/ 6858001 h 6858001"/>
              <a:gd name="connsiteX10" fmla="*/ 1 w 4858712"/>
              <a:gd name="connsiteY10" fmla="*/ 6851278 h 6858001"/>
              <a:gd name="connsiteX11" fmla="*/ 0 w 4858712"/>
              <a:gd name="connsiteY11" fmla="*/ 6851278 h 6858001"/>
              <a:gd name="connsiteX12" fmla="*/ 0 w 4858712"/>
              <a:gd name="connsiteY12" fmla="*/ 6723 h 6858001"/>
              <a:gd name="connsiteX13" fmla="*/ 1 w 4858712"/>
              <a:gd name="connsiteY13" fmla="*/ 672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58712" h="6858001">
                <a:moveTo>
                  <a:pt x="1" y="0"/>
                </a:moveTo>
                <a:lnTo>
                  <a:pt x="2216421" y="0"/>
                </a:lnTo>
                <a:lnTo>
                  <a:pt x="2216751" y="0"/>
                </a:lnTo>
                <a:lnTo>
                  <a:pt x="4824001" y="0"/>
                </a:lnTo>
                <a:lnTo>
                  <a:pt x="4824001" y="48"/>
                </a:lnTo>
                <a:lnTo>
                  <a:pt x="4858712" y="0"/>
                </a:lnTo>
                <a:cubicBezTo>
                  <a:pt x="4836575" y="2977771"/>
                  <a:pt x="4356930" y="4224988"/>
                  <a:pt x="4283138" y="6858000"/>
                </a:cubicBezTo>
                <a:lnTo>
                  <a:pt x="4259799" y="6857963"/>
                </a:lnTo>
                <a:lnTo>
                  <a:pt x="4259799" y="6858001"/>
                </a:lnTo>
                <a:lnTo>
                  <a:pt x="1" y="6858001"/>
                </a:lnTo>
                <a:lnTo>
                  <a:pt x="1" y="6851278"/>
                </a:lnTo>
                <a:lnTo>
                  <a:pt x="0" y="6851278"/>
                </a:lnTo>
                <a:lnTo>
                  <a:pt x="0" y="6723"/>
                </a:lnTo>
                <a:lnTo>
                  <a:pt x="1" y="672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9815051A-86A8-A276-9868-6CFB22842D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811001" y="4689142"/>
            <a:ext cx="3232775" cy="1692188"/>
          </a:xfrm>
        </p:spPr>
        <p:txBody>
          <a:bodyPr/>
          <a:lstStyle>
            <a:lvl1pPr>
              <a:defRPr sz="2000" cap="none" baseline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D05C9209-438D-B6D8-BD2A-924B7F3B25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573714" y="1448781"/>
            <a:ext cx="5800725" cy="1821471"/>
          </a:xfrm>
        </p:spPr>
        <p:txBody>
          <a:bodyPr/>
          <a:lstStyle>
            <a:lvl1pPr>
              <a:spcAft>
                <a:spcPts val="0"/>
              </a:spcAft>
              <a:defRPr sz="25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Exergue text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0CE041C-154F-D2B7-AAB0-3BB4E2DD270A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7B4F896E-5548-FE61-739F-23CCC46E2C1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350515B6-3F73-759E-3C3C-1638C19143BD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B41AD19-6621-D8A4-E902-2001ACE707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330FB0-D838-04CC-A0AC-58543C4D001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58F5A7-784D-6289-BFAF-27D9955537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449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>
              <a:solidFill>
                <a:schemeClr val="bg1"/>
              </a:solidFill>
            </a:endParaRPr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593940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2" name="Groupe 8">
            <a:extLst>
              <a:ext uri="{FF2B5EF4-FFF2-40B4-BE49-F238E27FC236}">
                <a16:creationId xmlns:a16="http://schemas.microsoft.com/office/drawing/2014/main" id="{C7C467C0-8A12-FF5B-B96E-E6F1CA755FBF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7" name="Forme libre : forme 9">
              <a:extLst>
                <a:ext uri="{FF2B5EF4-FFF2-40B4-BE49-F238E27FC236}">
                  <a16:creationId xmlns:a16="http://schemas.microsoft.com/office/drawing/2014/main" id="{64988E37-A3AB-CE7C-928B-AE870A9F1AAB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8" name="Forme libre : forme 10">
              <a:extLst>
                <a:ext uri="{FF2B5EF4-FFF2-40B4-BE49-F238E27FC236}">
                  <a16:creationId xmlns:a16="http://schemas.microsoft.com/office/drawing/2014/main" id="{C1FDC2C1-C752-E8A4-AF72-4192F44C348F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EFE23F3F-35FB-4A3B-22EE-64D7CA7D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0200"/>
            <a:ext cx="10439400" cy="10800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066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tych of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A1DC0EB-E432-90F3-E7C7-0E75EB0E7E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14980" y="1624864"/>
            <a:ext cx="2569901" cy="3457075"/>
          </a:xfrm>
          <a:custGeom>
            <a:avLst/>
            <a:gdLst>
              <a:gd name="connsiteX0" fmla="*/ 376 w 2569901"/>
              <a:gd name="connsiteY0" fmla="*/ 0 h 3457075"/>
              <a:gd name="connsiteX1" fmla="*/ 2569901 w 2569901"/>
              <a:gd name="connsiteY1" fmla="*/ 0 h 3457075"/>
              <a:gd name="connsiteX2" fmla="*/ 2558612 w 2569901"/>
              <a:gd name="connsiteY2" fmla="*/ 3234898 h 3457075"/>
              <a:gd name="connsiteX3" fmla="*/ 2491 w 2569901"/>
              <a:gd name="connsiteY3" fmla="*/ 3457075 h 3457075"/>
              <a:gd name="connsiteX4" fmla="*/ 376 w 2569901"/>
              <a:gd name="connsiteY4" fmla="*/ 0 h 345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9901" h="3457075">
                <a:moveTo>
                  <a:pt x="376" y="0"/>
                </a:moveTo>
                <a:lnTo>
                  <a:pt x="2569901" y="0"/>
                </a:lnTo>
                <a:cubicBezTo>
                  <a:pt x="2566139" y="1078299"/>
                  <a:pt x="2562375" y="2156599"/>
                  <a:pt x="2558612" y="3234898"/>
                </a:cubicBezTo>
                <a:lnTo>
                  <a:pt x="2491" y="3457075"/>
                </a:lnTo>
                <a:cubicBezTo>
                  <a:pt x="4372" y="2323405"/>
                  <a:pt x="-1505" y="1133670"/>
                  <a:pt x="376" y="0"/>
                </a:cubicBezTo>
                <a:close/>
              </a:path>
            </a:pathLst>
          </a:custGeom>
          <a:solidFill>
            <a:schemeClr val="accent1">
              <a:alpha val="50196"/>
            </a:schemeClr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3D360FD-A757-69D6-8365-AD95703B0C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819928" y="1624863"/>
            <a:ext cx="2565293" cy="3766461"/>
          </a:xfrm>
          <a:custGeom>
            <a:avLst/>
            <a:gdLst>
              <a:gd name="connsiteX0" fmla="*/ 0 w 2565293"/>
              <a:gd name="connsiteY0" fmla="*/ 0 h 3766461"/>
              <a:gd name="connsiteX1" fmla="*/ 2563176 w 2565293"/>
              <a:gd name="connsiteY1" fmla="*/ 6227 h 3766461"/>
              <a:gd name="connsiteX2" fmla="*/ 2565293 w 2565293"/>
              <a:gd name="connsiteY2" fmla="*/ 3484071 h 3766461"/>
              <a:gd name="connsiteX3" fmla="*/ 0 w 2565293"/>
              <a:gd name="connsiteY3" fmla="*/ 3766461 h 3766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293" h="3766461">
                <a:moveTo>
                  <a:pt x="0" y="0"/>
                </a:moveTo>
                <a:lnTo>
                  <a:pt x="2563176" y="6227"/>
                </a:lnTo>
                <a:cubicBezTo>
                  <a:pt x="2563176" y="1167584"/>
                  <a:pt x="2565293" y="2322714"/>
                  <a:pt x="2565293" y="3484071"/>
                </a:cubicBezTo>
                <a:lnTo>
                  <a:pt x="0" y="376646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05063F92-42EC-2B0C-BAA5-0333414C92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717115" y="1624863"/>
            <a:ext cx="2557999" cy="4349084"/>
          </a:xfrm>
          <a:custGeom>
            <a:avLst/>
            <a:gdLst>
              <a:gd name="connsiteX0" fmla="*/ 2557999 w 2557999"/>
              <a:gd name="connsiteY0" fmla="*/ 0 h 4349084"/>
              <a:gd name="connsiteX1" fmla="*/ 2557999 w 2557999"/>
              <a:gd name="connsiteY1" fmla="*/ 3766461 h 4349084"/>
              <a:gd name="connsiteX2" fmla="*/ 473 w 2557999"/>
              <a:gd name="connsiteY2" fmla="*/ 4349084 h 4349084"/>
              <a:gd name="connsiteX3" fmla="*/ 1173 w 2557999"/>
              <a:gd name="connsiteY3" fmla="*/ 6231 h 434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7999" h="4349084">
                <a:moveTo>
                  <a:pt x="2557999" y="0"/>
                </a:moveTo>
                <a:lnTo>
                  <a:pt x="2557999" y="3766461"/>
                </a:lnTo>
                <a:cubicBezTo>
                  <a:pt x="1707607" y="3958593"/>
                  <a:pt x="1744606" y="3900578"/>
                  <a:pt x="473" y="4349084"/>
                </a:cubicBezTo>
                <a:cubicBezTo>
                  <a:pt x="-1409" y="2901468"/>
                  <a:pt x="3056" y="1453848"/>
                  <a:pt x="1173" y="623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180000" tIns="180000" rIns="180000" bIns="180000">
            <a:noAutofit/>
          </a:bodyPr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err="1"/>
              <a:t>Objet</a:t>
            </a:r>
            <a:endParaRPr lang="en-GB" noProof="0"/>
          </a:p>
        </p:txBody>
      </p:sp>
      <p:sp>
        <p:nvSpPr>
          <p:cNvPr id="21" name="Espace réservé pour une image  10">
            <a:extLst>
              <a:ext uri="{FF2B5EF4-FFF2-40B4-BE49-F238E27FC236}">
                <a16:creationId xmlns:a16="http://schemas.microsoft.com/office/drawing/2014/main" id="{7105A7C5-C8D1-FBC2-ECE8-E9B21FEECF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2204358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rgbClr val="030F40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037BA2B-928C-C5A0-D131-6C0DF57B60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204358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rgbClr val="030F40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4" name="Espace réservé pour une image  10">
            <a:extLst>
              <a:ext uri="{FF2B5EF4-FFF2-40B4-BE49-F238E27FC236}">
                <a16:creationId xmlns:a16="http://schemas.microsoft.com/office/drawing/2014/main" id="{EAEB29B0-C6B1-D9A5-2873-B1EBEA42CEB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5098851" y="1903951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5FD11195-7E7A-61F1-0E50-E0BF0ED685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098851" y="3955870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6" name="Espace réservé pour une image  10">
            <a:extLst>
              <a:ext uri="{FF2B5EF4-FFF2-40B4-BE49-F238E27FC236}">
                <a16:creationId xmlns:a16="http://schemas.microsoft.com/office/drawing/2014/main" id="{382BCB59-E8F7-1D2F-2FFD-57752B11F4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7993343" y="1916832"/>
            <a:ext cx="1994300" cy="1872208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picture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49B0077E-FDA9-60AE-3E64-40B4574F0B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993343" y="3968751"/>
            <a:ext cx="1994580" cy="720725"/>
          </a:xfrm>
        </p:spPr>
        <p:txBody>
          <a:bodyPr/>
          <a:lstStyle>
            <a:lvl1pPr>
              <a:spcAft>
                <a:spcPts val="0"/>
              </a:spcAft>
              <a:defRPr sz="1400" b="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Caption text</a:t>
            </a:r>
          </a:p>
        </p:txBody>
      </p:sp>
      <p:sp>
        <p:nvSpPr>
          <p:cNvPr id="28" name="Titre 27">
            <a:extLst>
              <a:ext uri="{FF2B5EF4-FFF2-40B4-BE49-F238E27FC236}">
                <a16:creationId xmlns:a16="http://schemas.microsoft.com/office/drawing/2014/main" id="{8CA24C9A-D02D-0FB3-E40B-D6E53969AF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20B0D5-17E6-5102-7D3E-F963DDB2FC4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128CF-3095-B4C0-A246-EC2B45FA96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53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3F100-F518-350F-4D18-53D69397F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51F9C14-361D-E573-A5B9-1D6D98B18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11329200" cy="4500000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174AE-3208-9C77-B02B-CA3DCB0DE1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F33D5A-7E17-9A96-3795-B2FF7E0905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3033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A41CBCB-43EE-18EA-3E39-A4559EF3DD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0213" y="1555201"/>
            <a:ext cx="11329200" cy="9445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8" name="Espace réservé du graphique 16">
            <a:extLst>
              <a:ext uri="{FF2B5EF4-FFF2-40B4-BE49-F238E27FC236}">
                <a16:creationId xmlns:a16="http://schemas.microsoft.com/office/drawing/2014/main" id="{ADDDA4BD-6AA2-2B05-B84F-5FFAE00C1AC1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 bwMode="gray">
          <a:xfrm>
            <a:off x="4302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9" name="Espace réservé du texte 22">
            <a:extLst>
              <a:ext uri="{FF2B5EF4-FFF2-40B4-BE49-F238E27FC236}">
                <a16:creationId xmlns:a16="http://schemas.microsoft.com/office/drawing/2014/main" id="{E8672C4F-73AF-82F0-88E6-12AB0A1FB3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02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0" name="Espace réservé du graphique 16">
            <a:extLst>
              <a:ext uri="{FF2B5EF4-FFF2-40B4-BE49-F238E27FC236}">
                <a16:creationId xmlns:a16="http://schemas.microsoft.com/office/drawing/2014/main" id="{286936E7-4EA4-5410-7E07-2B9ED77C8A14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 bwMode="gray">
          <a:xfrm>
            <a:off x="33066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7F5457EF-317E-CCD5-13E4-E0B992DA4F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3066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2" name="Espace réservé du graphique 16">
            <a:extLst>
              <a:ext uri="{FF2B5EF4-FFF2-40B4-BE49-F238E27FC236}">
                <a16:creationId xmlns:a16="http://schemas.microsoft.com/office/drawing/2014/main" id="{350BDB98-9FCE-D804-7ABB-E2BF7E5B4E74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 bwMode="gray">
          <a:xfrm>
            <a:off x="61830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C29D9A53-EBFC-874E-F7BD-E541DAB912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1830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4" name="Espace réservé du graphique 16">
            <a:extLst>
              <a:ext uri="{FF2B5EF4-FFF2-40B4-BE49-F238E27FC236}">
                <a16:creationId xmlns:a16="http://schemas.microsoft.com/office/drawing/2014/main" id="{52B870B6-22A3-6AB7-786C-8DD89030004A}"/>
              </a:ext>
            </a:extLst>
          </p:cNvPr>
          <p:cNvSpPr>
            <a:spLocks noGrp="1"/>
          </p:cNvSpPr>
          <p:nvPr>
            <p:ph type="chart" sz="quarter" idx="24" hasCustomPrompt="1"/>
          </p:nvPr>
        </p:nvSpPr>
        <p:spPr bwMode="gray">
          <a:xfrm>
            <a:off x="9059413" y="2672916"/>
            <a:ext cx="2700000" cy="2340000"/>
          </a:xfrm>
        </p:spPr>
        <p:txBody>
          <a:bodyPr tIns="900000" anchor="ctr" anchorCtr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</a:t>
            </a:r>
            <a:br>
              <a:rPr lang="en-GB" noProof="0"/>
            </a:br>
            <a:r>
              <a:rPr lang="en-GB" noProof="0"/>
              <a:t>to insert a chart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9D71F0DA-9448-ACCE-E43E-D64DA529C2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059413" y="5171729"/>
            <a:ext cx="2700000" cy="944500"/>
          </a:xfrm>
        </p:spPr>
        <p:txBody>
          <a:bodyPr/>
          <a:lstStyle>
            <a:lvl1pPr>
              <a:spcAft>
                <a:spcPts val="0"/>
              </a:spcAft>
              <a:defRPr sz="1400" b="1" cap="all" baseline="0">
                <a:solidFill>
                  <a:schemeClr val="tx1"/>
                </a:solidFill>
              </a:defRPr>
            </a:lvl1pPr>
            <a:lvl2pPr>
              <a:defRPr sz="1400" b="0" cap="all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6" name="Titre 15">
            <a:extLst>
              <a:ext uri="{FF2B5EF4-FFF2-40B4-BE49-F238E27FC236}">
                <a16:creationId xmlns:a16="http://schemas.microsoft.com/office/drawing/2014/main" id="{DDAAB920-AAE4-62ED-5AEB-91AFE06BF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7187A6-D47A-DCD3-FEFA-9F732C9543B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063D-0D55-0CD0-31D9-4784B9CA6D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8272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left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22DD491-F735-2F09-B6C4-0E7B6DF43E0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0" y="-1"/>
            <a:ext cx="5577491" cy="6858001"/>
          </a:xfrm>
          <a:custGeom>
            <a:avLst/>
            <a:gdLst>
              <a:gd name="connsiteX0" fmla="*/ 1 w 5577491"/>
              <a:gd name="connsiteY0" fmla="*/ 0 h 6858001"/>
              <a:gd name="connsiteX1" fmla="*/ 4007769 w 5577491"/>
              <a:gd name="connsiteY1" fmla="*/ 0 h 6858001"/>
              <a:gd name="connsiteX2" fmla="*/ 4007769 w 5577491"/>
              <a:gd name="connsiteY2" fmla="*/ 1 h 6858001"/>
              <a:gd name="connsiteX3" fmla="*/ 4886036 w 5577491"/>
              <a:gd name="connsiteY3" fmla="*/ 1 h 6858001"/>
              <a:gd name="connsiteX4" fmla="*/ 4938148 w 5577491"/>
              <a:gd name="connsiteY4" fmla="*/ 1 h 6858001"/>
              <a:gd name="connsiteX5" fmla="*/ 5572939 w 5577491"/>
              <a:gd name="connsiteY5" fmla="*/ 6858001 h 6858001"/>
              <a:gd name="connsiteX6" fmla="*/ 4307225 w 5577491"/>
              <a:gd name="connsiteY6" fmla="*/ 6858001 h 6858001"/>
              <a:gd name="connsiteX7" fmla="*/ 1 w 5577491"/>
              <a:gd name="connsiteY7" fmla="*/ 6858001 h 6858001"/>
              <a:gd name="connsiteX8" fmla="*/ 1 w 5577491"/>
              <a:gd name="connsiteY8" fmla="*/ 6858000 h 6858001"/>
              <a:gd name="connsiteX9" fmla="*/ 1 w 5577491"/>
              <a:gd name="connsiteY9" fmla="*/ 6851241 h 6858001"/>
              <a:gd name="connsiteX10" fmla="*/ 0 w 5577491"/>
              <a:gd name="connsiteY10" fmla="*/ 6851241 h 6858001"/>
              <a:gd name="connsiteX11" fmla="*/ 0 w 5577491"/>
              <a:gd name="connsiteY11" fmla="*/ 6761 h 6858001"/>
              <a:gd name="connsiteX12" fmla="*/ 1 w 5577491"/>
              <a:gd name="connsiteY12" fmla="*/ 6761 h 6858001"/>
              <a:gd name="connsiteX13" fmla="*/ 1 w 5577491"/>
              <a:gd name="connsiteY13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77491" h="6858001">
                <a:moveTo>
                  <a:pt x="1" y="0"/>
                </a:moveTo>
                <a:lnTo>
                  <a:pt x="4007769" y="0"/>
                </a:lnTo>
                <a:lnTo>
                  <a:pt x="4007769" y="1"/>
                </a:lnTo>
                <a:lnTo>
                  <a:pt x="4886036" y="1"/>
                </a:lnTo>
                <a:lnTo>
                  <a:pt x="4938148" y="1"/>
                </a:lnTo>
                <a:cubicBezTo>
                  <a:pt x="4945201" y="2384390"/>
                  <a:pt x="5639946" y="4238402"/>
                  <a:pt x="5572939" y="6858001"/>
                </a:cubicBezTo>
                <a:lnTo>
                  <a:pt x="4307225" y="6858001"/>
                </a:lnTo>
                <a:lnTo>
                  <a:pt x="1" y="6858001"/>
                </a:lnTo>
                <a:lnTo>
                  <a:pt x="1" y="6858000"/>
                </a:lnTo>
                <a:lnTo>
                  <a:pt x="1" y="6851241"/>
                </a:lnTo>
                <a:lnTo>
                  <a:pt x="0" y="6851241"/>
                </a:lnTo>
                <a:lnTo>
                  <a:pt x="0" y="6761"/>
                </a:lnTo>
                <a:lnTo>
                  <a:pt x="1" y="6761"/>
                </a:lnTo>
                <a:lnTo>
                  <a:pt x="1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324000"/>
            <a:ext cx="5665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4213" y="1555200"/>
            <a:ext cx="5665201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991FF4-A03E-4C61-351A-BD15CF5622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9E209A-4C4C-88FF-CE3B-4096EE6DA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54846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6AF9540-3CD4-F583-18E9-E6E7121B02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963491" y="-1"/>
            <a:ext cx="6228508" cy="6858001"/>
          </a:xfrm>
          <a:custGeom>
            <a:avLst/>
            <a:gdLst>
              <a:gd name="connsiteX0" fmla="*/ 0 w 6228508"/>
              <a:gd name="connsiteY0" fmla="*/ 0 h 6858001"/>
              <a:gd name="connsiteX1" fmla="*/ 6228508 w 6228508"/>
              <a:gd name="connsiteY1" fmla="*/ 0 h 6858001"/>
              <a:gd name="connsiteX2" fmla="*/ 6228508 w 6228508"/>
              <a:gd name="connsiteY2" fmla="*/ 6858001 h 6858001"/>
              <a:gd name="connsiteX3" fmla="*/ 739504 w 6228508"/>
              <a:gd name="connsiteY3" fmla="*/ 6858001 h 6858001"/>
              <a:gd name="connsiteX4" fmla="*/ 1884 w 6228508"/>
              <a:gd name="connsiteY4" fmla="*/ 1 h 6858001"/>
              <a:gd name="connsiteX5" fmla="*/ 0 w 6228508"/>
              <a:gd name="connsiteY5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8508" h="6858001">
                <a:moveTo>
                  <a:pt x="0" y="0"/>
                </a:moveTo>
                <a:lnTo>
                  <a:pt x="6228508" y="0"/>
                </a:lnTo>
                <a:lnTo>
                  <a:pt x="6228508" y="6858001"/>
                </a:lnTo>
                <a:lnTo>
                  <a:pt x="739504" y="6858001"/>
                </a:lnTo>
                <a:cubicBezTo>
                  <a:pt x="644938" y="4224989"/>
                  <a:pt x="30254" y="2977772"/>
                  <a:pt x="1884" y="1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5111905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2256BD41-0212-6E5D-544A-617E82777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5EBCB-4277-B9A7-CEEA-4BF925CD5E1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73FC9-F5DD-F0CF-CD95-04326644170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16232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right visual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A5DC86-5A41-F284-B298-99C177F0CB28}"/>
              </a:ext>
            </a:extLst>
          </p:cNvPr>
          <p:cNvSpPr/>
          <p:nvPr userDrawn="1"/>
        </p:nvSpPr>
        <p:spPr bwMode="gray">
          <a:xfrm>
            <a:off x="-1" y="0"/>
            <a:ext cx="1219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25B5E8A0-C06B-6651-1C2E-94FD4A1387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31804" y="-1"/>
            <a:ext cx="7860195" cy="6858001"/>
          </a:xfrm>
          <a:custGeom>
            <a:avLst/>
            <a:gdLst>
              <a:gd name="connsiteX0" fmla="*/ 0 w 7860194"/>
              <a:gd name="connsiteY0" fmla="*/ 0 h 6858001"/>
              <a:gd name="connsiteX1" fmla="*/ 7860194 w 7860194"/>
              <a:gd name="connsiteY1" fmla="*/ 0 h 6858001"/>
              <a:gd name="connsiteX2" fmla="*/ 7860194 w 7860194"/>
              <a:gd name="connsiteY2" fmla="*/ 6858001 h 6858001"/>
              <a:gd name="connsiteX3" fmla="*/ 1241135 w 7860194"/>
              <a:gd name="connsiteY3" fmla="*/ 6858001 h 6858001"/>
              <a:gd name="connsiteX4" fmla="*/ 606343 w 7860194"/>
              <a:gd name="connsiteY4" fmla="*/ 1 h 6858001"/>
              <a:gd name="connsiteX5" fmla="*/ 554231 w 7860194"/>
              <a:gd name="connsiteY5" fmla="*/ 1 h 6858001"/>
              <a:gd name="connsiteX6" fmla="*/ 0 w 7860194"/>
              <a:gd name="connsiteY6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60194" h="6858001">
                <a:moveTo>
                  <a:pt x="0" y="0"/>
                </a:moveTo>
                <a:lnTo>
                  <a:pt x="7860194" y="0"/>
                </a:lnTo>
                <a:lnTo>
                  <a:pt x="7860194" y="6858001"/>
                </a:lnTo>
                <a:lnTo>
                  <a:pt x="1241135" y="6858001"/>
                </a:lnTo>
                <a:cubicBezTo>
                  <a:pt x="1308142" y="4238402"/>
                  <a:pt x="613396" y="2384390"/>
                  <a:pt x="606343" y="1"/>
                </a:cubicBezTo>
                <a:lnTo>
                  <a:pt x="55423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12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1" y="324000"/>
            <a:ext cx="4259843" cy="10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4259843" cy="2449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7BC51BE-454C-1855-E4AA-C7D26DDC59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4005529"/>
            <a:ext cx="1070296" cy="1429889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7000" b="0">
                <a:solidFill>
                  <a:schemeClr val="bg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CF192CC4-0594-081C-CC51-DBB478B15A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063552" y="4225930"/>
            <a:ext cx="2664296" cy="1153879"/>
          </a:xfrm>
        </p:spPr>
        <p:txBody>
          <a:bodyPr anchor="b" anchorCtr="0"/>
          <a:lstStyle>
            <a:lvl1pPr>
              <a:defRPr sz="2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04CD897-95E8-9A23-5DE9-F875A1BE0D1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8518" y="5428686"/>
            <a:ext cx="4839391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F537C271-3BC4-BD30-D755-96251815B6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760000" y="6451200"/>
            <a:ext cx="673200" cy="169200"/>
          </a:xfrm>
          <a:blipFill>
            <a:blip cstate="screen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2" b="-2"/>
            </a:stretch>
          </a:blipFill>
        </p:spPr>
        <p:txBody>
          <a:bodyPr anchor="ctr" anchorCtr="0"/>
          <a:lstStyle>
            <a:lvl1pPr algn="ctr">
              <a:defRPr sz="133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 t="2" b="-2"/>
                  </a:stretch>
                </a:blipFill>
              </a:defRPr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31F0DF6E-8957-D4BC-E7AB-285A73EFE1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097201" y="6504137"/>
            <a:ext cx="2659825" cy="353864"/>
          </a:xfrm>
        </p:spPr>
        <p:txBody>
          <a:bodyPr/>
          <a:lstStyle>
            <a:lvl1pPr defTabSz="609570">
              <a:lnSpc>
                <a:spcPct val="75000"/>
              </a:lnSpc>
              <a:spcAft>
                <a:spcPts val="0"/>
              </a:spcAft>
              <a:defRPr sz="800" b="1" cap="none" baseline="0">
                <a:solidFill>
                  <a:schemeClr val="bg1"/>
                </a:solidFill>
              </a:defRPr>
            </a:lvl1pPr>
          </a:lstStyle>
          <a:p>
            <a:pPr defTabSz="457189">
              <a:lnSpc>
                <a:spcPct val="75000"/>
              </a:lnSpc>
            </a:pPr>
            <a:r>
              <a:rPr lang="en-GB" sz="800" noProof="0">
                <a:solidFill>
                  <a:schemeClr val="bg1"/>
                </a:solidFill>
              </a:rPr>
              <a:t>Classification: internal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7137FA2-3216-2395-5ADF-0D91CE2778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34736" y="4563228"/>
            <a:ext cx="784800" cy="918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 sz="133"/>
            </a:lvl1pPr>
          </a:lstStyle>
          <a:p>
            <a:pPr lvl="0"/>
            <a:r>
              <a:rPr lang="en-GB" noProof="0"/>
              <a:t>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E96E697-E488-060C-E0C7-E929AB2E97C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E9C75FD-0A20-E5A5-8191-C1830A02E82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9510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visuals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029E40B1-3D24-E1F0-000D-5A5567B587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 flipH="1">
            <a:off x="6276020" y="1555201"/>
            <a:ext cx="3037621" cy="2028356"/>
          </a:xfrm>
          <a:custGeom>
            <a:avLst/>
            <a:gdLst>
              <a:gd name="connsiteX0" fmla="*/ 3034592 w 3037621"/>
              <a:gd name="connsiteY0" fmla="*/ 0 h 2028356"/>
              <a:gd name="connsiteX1" fmla="*/ 3030 w 3037621"/>
              <a:gd name="connsiteY1" fmla="*/ 0 h 2028356"/>
              <a:gd name="connsiteX2" fmla="*/ 0 w 3037621"/>
              <a:gd name="connsiteY2" fmla="*/ 2028356 h 2028356"/>
              <a:gd name="connsiteX3" fmla="*/ 3037621 w 3037621"/>
              <a:gd name="connsiteY3" fmla="*/ 1787992 h 202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621" h="2028356">
                <a:moveTo>
                  <a:pt x="3034592" y="0"/>
                </a:moveTo>
                <a:lnTo>
                  <a:pt x="3030" y="0"/>
                </a:lnTo>
                <a:lnTo>
                  <a:pt x="0" y="2028356"/>
                </a:lnTo>
                <a:cubicBezTo>
                  <a:pt x="1318916" y="2019053"/>
                  <a:pt x="1871415" y="1818835"/>
                  <a:pt x="3037621" y="178799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515129-1C02-0378-1DE1-9F151177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1999" y="324000"/>
            <a:ext cx="11329200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F20AF8C-0BBA-1110-7F9D-B5B88E7AF1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2001" y="1555200"/>
            <a:ext cx="5111907" cy="45000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52211100-3314-69B5-767F-BC5C6C4ED1A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 flipH="1">
            <a:off x="8668656" y="3734756"/>
            <a:ext cx="3092545" cy="2031245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90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</a:t>
            </a:r>
            <a:br>
              <a:rPr lang="en-GB" noProof="0"/>
            </a:br>
            <a:r>
              <a:rPr lang="en-GB" noProof="0"/>
              <a:t>a picture then place the visual </a:t>
            </a:r>
            <a:br>
              <a:rPr lang="en-GB" noProof="0"/>
            </a:br>
            <a:r>
              <a:rPr lang="en-GB" noProof="0"/>
              <a:t>into background position (Right click with </a:t>
            </a:r>
            <a:br>
              <a:rPr lang="en-GB" noProof="0"/>
            </a:br>
            <a:r>
              <a:rPr lang="en-GB" noProof="0"/>
              <a:t>the mouse / Send to back)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56224A1-03C0-7102-7772-5A0FA2C939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9596785" y="1555201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AE092B2F-AB00-EDB3-0562-ED36DA5242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76020" y="3734757"/>
            <a:ext cx="2160240" cy="2028356"/>
          </a:xfrm>
        </p:spPr>
        <p:txBody>
          <a:bodyPr/>
          <a:lstStyle>
            <a:lvl1pPr>
              <a:spcAft>
                <a:spcPts val="0"/>
              </a:spcAft>
              <a:defRPr sz="1300" b="0" cap="none">
                <a:solidFill>
                  <a:schemeClr val="tx1"/>
                </a:solidFill>
              </a:defRPr>
            </a:lvl1pPr>
            <a:lvl2pPr>
              <a:defRPr sz="900" b="0" cap="none">
                <a:solidFill>
                  <a:schemeClr val="tx1"/>
                </a:solidFill>
              </a:defRPr>
            </a:lvl2pPr>
            <a:lvl3pPr>
              <a:defRPr sz="1300" b="0" cap="none">
                <a:solidFill>
                  <a:schemeClr val="tx2"/>
                </a:solidFill>
              </a:defRPr>
            </a:lvl3pPr>
            <a:lvl4pPr>
              <a:defRPr sz="1300" b="0" cap="none">
                <a:solidFill>
                  <a:schemeClr val="tx2"/>
                </a:solidFill>
              </a:defRPr>
            </a:lvl4pPr>
            <a:lvl5pPr>
              <a:defRPr sz="1300" b="0" cap="none">
                <a:solidFill>
                  <a:schemeClr val="tx2"/>
                </a:solidFill>
              </a:defRPr>
            </a:lvl5pPr>
            <a:lvl6pPr>
              <a:defRPr sz="1300" b="0" cap="none">
                <a:solidFill>
                  <a:schemeClr val="tx2"/>
                </a:solidFill>
              </a:defRPr>
            </a:lvl6pPr>
            <a:lvl7pPr>
              <a:defRPr sz="1300" b="0" cap="none">
                <a:solidFill>
                  <a:schemeClr val="tx2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A1A7E-BB84-DDCB-A132-AD23C0C9904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058B27-4827-8210-BA52-C365A2392F3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572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823F1AE-B609-7102-759B-EB24EBAB7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955542" y="1673571"/>
            <a:ext cx="3708412" cy="1153879"/>
          </a:xfrm>
        </p:spPr>
        <p:txBody>
          <a:bodyPr anchor="b" anchorCtr="0"/>
          <a:lstStyle>
            <a:lvl1pPr>
              <a:spcAft>
                <a:spcPts val="0"/>
              </a:spcAft>
              <a:defRPr sz="7300"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798889CC-5299-487B-6E98-628F43767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4455" y="1496590"/>
            <a:ext cx="2203688" cy="1493788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22E88F64-61D5-79EC-AF59-2DEDA6059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907534" y="3977827"/>
            <a:ext cx="1917469" cy="1493788"/>
          </a:xfrm>
        </p:spPr>
        <p:txBody>
          <a:bodyPr anchor="b" anchorCtr="0"/>
          <a:lstStyle>
            <a:lvl1pPr algn="r">
              <a:lnSpc>
                <a:spcPct val="70000"/>
              </a:lnSpc>
              <a:spcAft>
                <a:spcPts val="0"/>
              </a:spcAft>
              <a:defRPr sz="9500" b="0">
                <a:solidFill>
                  <a:schemeClr val="tx1"/>
                </a:solidFill>
                <a:latin typeface="Suez Lines" panose="00000500000000000000" pitchFamily="50" charset="0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00</a:t>
            </a: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44CE73FF-750E-CC3E-AAB9-2E64666B6A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364739" y="4049017"/>
            <a:ext cx="1726299" cy="1360204"/>
          </a:xfrm>
        </p:spPr>
        <p:txBody>
          <a:bodyPr anchor="b" anchorCtr="0"/>
          <a:lstStyle>
            <a:lvl1pPr algn="l">
              <a:lnSpc>
                <a:spcPct val="70000"/>
              </a:lnSpc>
              <a:spcAft>
                <a:spcPts val="0"/>
              </a:spcAft>
              <a:defRPr sz="9000" b="0">
                <a:solidFill>
                  <a:schemeClr val="accent1"/>
                </a:solidFill>
                <a:latin typeface="+mj-lt"/>
              </a:defRPr>
            </a:lvl1pPr>
            <a:lvl2pPr>
              <a:defRPr sz="3300" b="1"/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95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4D2CF8-512D-6C30-6265-BCFAE4EEA4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D1CABD8-C642-1C70-8E20-CDFABEC333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29917" y="1728002"/>
            <a:ext cx="3614359" cy="1153879"/>
          </a:xfrm>
        </p:spPr>
        <p:txBody>
          <a:bodyPr anchor="b" anchorCtr="0"/>
          <a:lstStyle>
            <a:lvl1pPr>
              <a:defRPr sz="3300" b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Millions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3FDF46-C147-87A1-DDAF-9952EFBA17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364739" y="2930758"/>
            <a:ext cx="5391832" cy="750271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E27036A9-58B3-CDB9-9F40-656F5ACB02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886084" y="4057724"/>
            <a:ext cx="277786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D3BCF5DF-9BA0-7783-7D91-75B3B14AE8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2886082" y="4778565"/>
            <a:ext cx="2777869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/>
            </a:lvl1pPr>
            <a:lvl2pPr>
              <a:defRPr sz="1600" b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GB" noProof="0"/>
              <a:t>Premier </a:t>
            </a:r>
            <a:r>
              <a:rPr lang="en-GB" noProof="0" err="1"/>
              <a:t>niveau</a:t>
            </a:r>
            <a:endParaRPr lang="en-GB" noProof="0"/>
          </a:p>
          <a:p>
            <a:pPr lvl="1"/>
            <a:r>
              <a:rPr lang="en-GB" noProof="0" err="1"/>
              <a:t>Deuxième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74CA25D1-65D1-ADFF-8193-12C4418172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955542" y="2778507"/>
            <a:ext cx="3705484" cy="844748"/>
          </a:xfrm>
        </p:spPr>
        <p:txBody>
          <a:bodyPr anchor="t" anchorCtr="0"/>
          <a:lstStyle>
            <a:lvl1pPr>
              <a:spcAft>
                <a:spcPts val="0"/>
              </a:spcAft>
              <a:defRPr sz="2300" b="0" cap="none" baseline="0">
                <a:solidFill>
                  <a:schemeClr val="tx1"/>
                </a:solidFill>
                <a:latin typeface="+mj-lt"/>
              </a:defRPr>
            </a:lvl1pPr>
            <a:lvl2pPr>
              <a:defRPr sz="2300" b="0">
                <a:solidFill>
                  <a:schemeClr val="tx1"/>
                </a:solidFill>
              </a:defRPr>
            </a:lvl2pPr>
            <a:lvl3pPr>
              <a:defRPr sz="2000" b="1"/>
            </a:lvl3pPr>
            <a:lvl4pPr>
              <a:spcAft>
                <a:spcPts val="0"/>
              </a:spcAft>
              <a:defRPr sz="1600" b="0"/>
            </a:lvl4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90D12471-5016-1BB2-2889-F9FF7E230E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129917" y="4049016"/>
            <a:ext cx="3614359" cy="729549"/>
          </a:xfrm>
        </p:spPr>
        <p:txBody>
          <a:bodyPr anchor="b" anchorCtr="0"/>
          <a:lstStyle>
            <a:lvl1pPr>
              <a:defRPr sz="3300" b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03FF0309-14ED-D0E0-542D-EC4E5720E6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29915" y="4769857"/>
            <a:ext cx="3626656" cy="772947"/>
          </a:xfrm>
        </p:spPr>
        <p:txBody>
          <a:bodyPr/>
          <a:lstStyle>
            <a:lvl1pPr>
              <a:spcAft>
                <a:spcPts val="0"/>
              </a:spcAft>
              <a:defRPr sz="1600" cap="none" baseline="0">
                <a:solidFill>
                  <a:schemeClr val="tx1"/>
                </a:solidFill>
              </a:defRPr>
            </a:lvl1pPr>
            <a:lvl2pPr>
              <a:defRPr sz="16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9AF3689-D72D-DE73-6035-280CBC0059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1955541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Espace réservé du texte 23">
            <a:extLst>
              <a:ext uri="{FF2B5EF4-FFF2-40B4-BE49-F238E27FC236}">
                <a16:creationId xmlns:a16="http://schemas.microsoft.com/office/drawing/2014/main" id="{D94B3C75-2618-8060-5DDA-472809FCC9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6364737" y="3785695"/>
            <a:ext cx="3704400" cy="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Espace réservé du texte 23">
            <a:extLst>
              <a:ext uri="{FF2B5EF4-FFF2-40B4-BE49-F238E27FC236}">
                <a16:creationId xmlns:a16="http://schemas.microsoft.com/office/drawing/2014/main" id="{293AA24B-39E3-1DB3-7E7F-158BE501EE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013107" y="1844824"/>
            <a:ext cx="0" cy="3816000"/>
          </a:xfrm>
          <a:ln w="6350">
            <a:solidFill>
              <a:schemeClr val="tx1"/>
            </a:solidFill>
          </a:ln>
        </p:spPr>
        <p:txBody>
          <a:bodyPr anchor="ctr" anchorCtr="0"/>
          <a:lstStyle>
            <a:lvl1pPr algn="ctr">
              <a:defRPr sz="133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0CD2EC-D70B-63BA-5393-CC558207E6E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07068D-462C-B366-7581-B1D1D34DED5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7635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leido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2F3F5-98CB-6308-F8AD-31867BB85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1"/>
            <a:ext cx="11329200" cy="76474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6" name="Espace réservé pour une image  12">
            <a:extLst>
              <a:ext uri="{FF2B5EF4-FFF2-40B4-BE49-F238E27FC236}">
                <a16:creationId xmlns:a16="http://schemas.microsoft.com/office/drawing/2014/main" id="{88ADFDEB-322D-50DF-53D0-FC6EB88CED7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31988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DA577B5-A69B-57C7-C014-708B8E0B9A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31989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0" name="Espace réservé pour une image  12">
            <a:extLst>
              <a:ext uri="{FF2B5EF4-FFF2-40B4-BE49-F238E27FC236}">
                <a16:creationId xmlns:a16="http://schemas.microsoft.com/office/drawing/2014/main" id="{6455E565-1079-1450-D638-CA89F02E3E3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91304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518A3F60-9C2C-1CB1-F091-2EB797954E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1913048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2" name="Espace réservé pour une image  12">
            <a:extLst>
              <a:ext uri="{FF2B5EF4-FFF2-40B4-BE49-F238E27FC236}">
                <a16:creationId xmlns:a16="http://schemas.microsoft.com/office/drawing/2014/main" id="{AF3BF340-48CC-77F2-B5C5-A4CA5FAB594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394107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982CC42C-57FC-2B82-FF0A-BE17001046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394106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4" name="Espace réservé pour une image  12">
            <a:extLst>
              <a:ext uri="{FF2B5EF4-FFF2-40B4-BE49-F238E27FC236}">
                <a16:creationId xmlns:a16="http://schemas.microsoft.com/office/drawing/2014/main" id="{4BD32884-7A7F-B1EE-984A-446AA70D0C2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4875165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128CD2A8-D511-6C2B-E533-94342B0D16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87516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6" name="Espace réservé pour une image  12">
            <a:extLst>
              <a:ext uri="{FF2B5EF4-FFF2-40B4-BE49-F238E27FC236}">
                <a16:creationId xmlns:a16="http://schemas.microsoft.com/office/drawing/2014/main" id="{C342595A-D3E3-727D-7D66-ACE9BBE0F43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356224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C318C579-DBF8-1FED-6C78-52E0842AF9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356225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18" name="Espace réservé pour une image  12">
            <a:extLst>
              <a:ext uri="{FF2B5EF4-FFF2-40B4-BE49-F238E27FC236}">
                <a16:creationId xmlns:a16="http://schemas.microsoft.com/office/drawing/2014/main" id="{E194F296-1267-98D9-6E5C-12896DBDDB47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783728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C1033541-A989-2C20-2671-17A3CDB745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7837284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0" name="Espace réservé pour une image  12">
            <a:extLst>
              <a:ext uri="{FF2B5EF4-FFF2-40B4-BE49-F238E27FC236}">
                <a16:creationId xmlns:a16="http://schemas.microsoft.com/office/drawing/2014/main" id="{73D2562F-5866-AAAE-6489-3933606D3D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9318343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19C2D1B0-F087-8DB2-0ACC-296449CD6F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9318342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2" name="Espace réservé pour une image  12">
            <a:extLst>
              <a:ext uri="{FF2B5EF4-FFF2-40B4-BE49-F238E27FC236}">
                <a16:creationId xmlns:a16="http://schemas.microsoft.com/office/drawing/2014/main" id="{88E3CCB1-393E-C30F-4E09-657786A3A7E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99399" y="125319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91CE82E6-141D-7EA8-80CF-0A5749C308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799400" y="2165802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4" name="Espace réservé pour une image  12">
            <a:extLst>
              <a:ext uri="{FF2B5EF4-FFF2-40B4-BE49-F238E27FC236}">
                <a16:creationId xmlns:a16="http://schemas.microsoft.com/office/drawing/2014/main" id="{A76EF88F-6AC6-B06E-420C-A9EC1763DC6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431988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B88B83E6-2DA4-AC46-A4D4-84EE9F51BF7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431989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6" name="Espace réservé pour une image  12">
            <a:extLst>
              <a:ext uri="{FF2B5EF4-FFF2-40B4-BE49-F238E27FC236}">
                <a16:creationId xmlns:a16="http://schemas.microsoft.com/office/drawing/2014/main" id="{D3123E47-9C66-9918-58FB-737A3B546451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191304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1116FCB7-D8C0-C2D5-C7C9-4BF757424F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913048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28" name="Espace réservé pour une image  12">
            <a:extLst>
              <a:ext uri="{FF2B5EF4-FFF2-40B4-BE49-F238E27FC236}">
                <a16:creationId xmlns:a16="http://schemas.microsoft.com/office/drawing/2014/main" id="{2AFC8355-41FB-031F-5111-6EB3C35779B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3394107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0A18D605-962A-4DCD-906B-78A5D11D43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394106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0" name="Espace réservé pour une image  12">
            <a:extLst>
              <a:ext uri="{FF2B5EF4-FFF2-40B4-BE49-F238E27FC236}">
                <a16:creationId xmlns:a16="http://schemas.microsoft.com/office/drawing/2014/main" id="{3E2C1450-3F7F-0497-A46A-F5B37CFDE3A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4875165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4F5C0D85-834F-66D0-CD35-F56A2EAE2F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87516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2" name="Espace réservé pour une image  12">
            <a:extLst>
              <a:ext uri="{FF2B5EF4-FFF2-40B4-BE49-F238E27FC236}">
                <a16:creationId xmlns:a16="http://schemas.microsoft.com/office/drawing/2014/main" id="{C83D9825-64B6-40EB-2536-A3A95C241AD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6356224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3" name="Espace réservé du texte 8">
            <a:extLst>
              <a:ext uri="{FF2B5EF4-FFF2-40B4-BE49-F238E27FC236}">
                <a16:creationId xmlns:a16="http://schemas.microsoft.com/office/drawing/2014/main" id="{A11CD38B-ACA2-E42A-4932-8C823F8828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356225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4" name="Espace réservé pour une image  12">
            <a:extLst>
              <a:ext uri="{FF2B5EF4-FFF2-40B4-BE49-F238E27FC236}">
                <a16:creationId xmlns:a16="http://schemas.microsoft.com/office/drawing/2014/main" id="{6575F8F4-6DB1-B1B8-D028-5D4F29BEA88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783728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908ACD60-B05B-ED76-4CFF-002DB5C24A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7837284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6" name="Espace réservé pour une image  12">
            <a:extLst>
              <a:ext uri="{FF2B5EF4-FFF2-40B4-BE49-F238E27FC236}">
                <a16:creationId xmlns:a16="http://schemas.microsoft.com/office/drawing/2014/main" id="{64060834-BB88-2212-C9C5-7E6B0E55ED4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9318343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7" name="Espace réservé du texte 8">
            <a:extLst>
              <a:ext uri="{FF2B5EF4-FFF2-40B4-BE49-F238E27FC236}">
                <a16:creationId xmlns:a16="http://schemas.microsoft.com/office/drawing/2014/main" id="{EC44F3CB-6BF6-DA55-EEB8-B691484271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9318342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38" name="Espace réservé pour une image  12">
            <a:extLst>
              <a:ext uri="{FF2B5EF4-FFF2-40B4-BE49-F238E27FC236}">
                <a16:creationId xmlns:a16="http://schemas.microsoft.com/office/drawing/2014/main" id="{EF8A898D-1E13-469F-5D5F-3C28E3C3C7A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10799399" y="302043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39" name="Espace réservé du texte 8">
            <a:extLst>
              <a:ext uri="{FF2B5EF4-FFF2-40B4-BE49-F238E27FC236}">
                <a16:creationId xmlns:a16="http://schemas.microsoft.com/office/drawing/2014/main" id="{5ECF7999-65CD-AC4C-7AF7-3216D6E590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10799400" y="393304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0" name="Espace réservé pour une image  12">
            <a:extLst>
              <a:ext uri="{FF2B5EF4-FFF2-40B4-BE49-F238E27FC236}">
                <a16:creationId xmlns:a16="http://schemas.microsoft.com/office/drawing/2014/main" id="{EA0813D8-0153-B5D5-9214-BAC8F66DACBD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431988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1" name="Espace réservé du texte 8">
            <a:extLst>
              <a:ext uri="{FF2B5EF4-FFF2-40B4-BE49-F238E27FC236}">
                <a16:creationId xmlns:a16="http://schemas.microsoft.com/office/drawing/2014/main" id="{1392DCBE-679E-68F3-A8E4-E82A637D65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431989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2" name="Espace réservé pour une image  12">
            <a:extLst>
              <a:ext uri="{FF2B5EF4-FFF2-40B4-BE49-F238E27FC236}">
                <a16:creationId xmlns:a16="http://schemas.microsoft.com/office/drawing/2014/main" id="{000E8AFF-B545-9FBA-EAC4-D14407393D7A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191304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3" name="Espace réservé du texte 8">
            <a:extLst>
              <a:ext uri="{FF2B5EF4-FFF2-40B4-BE49-F238E27FC236}">
                <a16:creationId xmlns:a16="http://schemas.microsoft.com/office/drawing/2014/main" id="{50CB7B79-C3FE-D2B9-FE83-45E1BCE3F4F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1913048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4" name="Espace réservé pour une image  12">
            <a:extLst>
              <a:ext uri="{FF2B5EF4-FFF2-40B4-BE49-F238E27FC236}">
                <a16:creationId xmlns:a16="http://schemas.microsoft.com/office/drawing/2014/main" id="{62B59CFD-ABA7-1E44-E366-1271A71C8BC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3394107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5" name="Espace réservé du texte 8">
            <a:extLst>
              <a:ext uri="{FF2B5EF4-FFF2-40B4-BE49-F238E27FC236}">
                <a16:creationId xmlns:a16="http://schemas.microsoft.com/office/drawing/2014/main" id="{BEDF6CAA-0ACD-F409-C0A3-A6D3A2F74E0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3394106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6" name="Espace réservé pour une image  12">
            <a:extLst>
              <a:ext uri="{FF2B5EF4-FFF2-40B4-BE49-F238E27FC236}">
                <a16:creationId xmlns:a16="http://schemas.microsoft.com/office/drawing/2014/main" id="{8AE7C2CC-AD37-BA98-2F5F-6F9F7D39367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4875165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7" name="Espace réservé du texte 8">
            <a:extLst>
              <a:ext uri="{FF2B5EF4-FFF2-40B4-BE49-F238E27FC236}">
                <a16:creationId xmlns:a16="http://schemas.microsoft.com/office/drawing/2014/main" id="{365C8E56-798D-9889-C11C-CE95B1D0699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 bwMode="gray">
          <a:xfrm>
            <a:off x="487516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48" name="Espace réservé pour une image  12">
            <a:extLst>
              <a:ext uri="{FF2B5EF4-FFF2-40B4-BE49-F238E27FC236}">
                <a16:creationId xmlns:a16="http://schemas.microsoft.com/office/drawing/2014/main" id="{DAB09834-CA84-29E1-1435-17A99BC2538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6356224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9" name="Espace réservé du texte 8">
            <a:extLst>
              <a:ext uri="{FF2B5EF4-FFF2-40B4-BE49-F238E27FC236}">
                <a16:creationId xmlns:a16="http://schemas.microsoft.com/office/drawing/2014/main" id="{BCF4AB07-8BAA-180F-FEC0-4980B8E355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 bwMode="gray">
          <a:xfrm>
            <a:off x="6356225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0" name="Espace réservé pour une image  12">
            <a:extLst>
              <a:ext uri="{FF2B5EF4-FFF2-40B4-BE49-F238E27FC236}">
                <a16:creationId xmlns:a16="http://schemas.microsoft.com/office/drawing/2014/main" id="{568CF69E-D2C4-1E38-A5E0-A5917AB53C5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783728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1" name="Espace réservé du texte 8">
            <a:extLst>
              <a:ext uri="{FF2B5EF4-FFF2-40B4-BE49-F238E27FC236}">
                <a16:creationId xmlns:a16="http://schemas.microsoft.com/office/drawing/2014/main" id="{035FF4C1-BAC1-F66B-2185-E936420ED01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7837284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2" name="Espace réservé pour une image  12">
            <a:extLst>
              <a:ext uri="{FF2B5EF4-FFF2-40B4-BE49-F238E27FC236}">
                <a16:creationId xmlns:a16="http://schemas.microsoft.com/office/drawing/2014/main" id="{1A777B41-466D-34AD-28C9-BF29D911E95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9318343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3" name="Espace réservé du texte 8">
            <a:extLst>
              <a:ext uri="{FF2B5EF4-FFF2-40B4-BE49-F238E27FC236}">
                <a16:creationId xmlns:a16="http://schemas.microsoft.com/office/drawing/2014/main" id="{EC7FF5F2-D40D-6A67-9342-9BBFFFF39D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9318342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54" name="Espace réservé pour une image  12">
            <a:extLst>
              <a:ext uri="{FF2B5EF4-FFF2-40B4-BE49-F238E27FC236}">
                <a16:creationId xmlns:a16="http://schemas.microsoft.com/office/drawing/2014/main" id="{526139FA-5562-66F2-A18E-987EAAF3E5A8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10799399" y="4787676"/>
            <a:ext cx="900000" cy="792000"/>
          </a:xfrm>
          <a:custGeom>
            <a:avLst/>
            <a:gdLst>
              <a:gd name="connsiteX0" fmla="*/ 3092545 w 3092545"/>
              <a:gd name="connsiteY0" fmla="*/ 0 h 2031245"/>
              <a:gd name="connsiteX1" fmla="*/ 0 w 3092545"/>
              <a:gd name="connsiteY1" fmla="*/ 240633 h 2031245"/>
              <a:gd name="connsiteX2" fmla="*/ 3102 w 3092545"/>
              <a:gd name="connsiteY2" fmla="*/ 2031245 h 2031245"/>
              <a:gd name="connsiteX3" fmla="*/ 3089442 w 3092545"/>
              <a:gd name="connsiteY3" fmla="*/ 2031245 h 203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545" h="2031245">
                <a:moveTo>
                  <a:pt x="3092545" y="0"/>
                </a:moveTo>
                <a:cubicBezTo>
                  <a:pt x="1749758" y="9308"/>
                  <a:pt x="1187478" y="209777"/>
                  <a:pt x="0" y="240633"/>
                </a:cubicBezTo>
                <a:lnTo>
                  <a:pt x="3102" y="2031245"/>
                </a:lnTo>
                <a:lnTo>
                  <a:pt x="3089442" y="20312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360000" anchor="ctr" anchorCtr="0">
            <a:noAutofit/>
          </a:bodyPr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5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55" name="Espace réservé du texte 8">
            <a:extLst>
              <a:ext uri="{FF2B5EF4-FFF2-40B4-BE49-F238E27FC236}">
                <a16:creationId xmlns:a16="http://schemas.microsoft.com/office/drawing/2014/main" id="{4393F519-0A42-D53D-2275-9ED1050D85B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 bwMode="gray">
          <a:xfrm>
            <a:off x="10799400" y="5700283"/>
            <a:ext cx="1057241" cy="764740"/>
          </a:xfrm>
        </p:spPr>
        <p:txBody>
          <a:bodyPr/>
          <a:lstStyle>
            <a:lvl1pPr>
              <a:spcAft>
                <a:spcPts val="0"/>
              </a:spcAft>
              <a:defRPr sz="900" cap="none"/>
            </a:lvl1pPr>
            <a:lvl2pPr>
              <a:defRPr sz="900" b="0" cap="none"/>
            </a:lvl2pPr>
          </a:lstStyle>
          <a:p>
            <a:pPr lvl="0"/>
            <a:r>
              <a:rPr lang="en-GB" noProof="0" err="1"/>
              <a:t>Firstname</a:t>
            </a:r>
            <a:r>
              <a:rPr lang="en-GB" noProof="0"/>
              <a:t> name</a:t>
            </a:r>
          </a:p>
          <a:p>
            <a:pPr lvl="1"/>
            <a:r>
              <a:rPr lang="en-GB" noProof="0"/>
              <a:t>Function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25604C-6167-521E-456D-FBE61021B903}"/>
              </a:ext>
            </a:extLst>
          </p:cNvPr>
          <p:cNvSpPr>
            <a:spLocks noGrp="1"/>
          </p:cNvSpPr>
          <p:nvPr>
            <p:ph type="ftr" sz="quarter" idx="66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8EC6BC-EECF-C770-552B-32485E56F160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0202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55EB3-9869-CB4C-6298-2A49AD94D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32000" y="324000"/>
            <a:ext cx="6168056" cy="1080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06" name="Espace réservé du texte 6">
            <a:extLst>
              <a:ext uri="{FF2B5EF4-FFF2-40B4-BE49-F238E27FC236}">
                <a16:creationId xmlns:a16="http://schemas.microsoft.com/office/drawing/2014/main" id="{CC1D0F46-0C17-B4B6-BEAD-CE09A20A6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9" y="1555200"/>
            <a:ext cx="6168056" cy="450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D7FA0-80EA-C27F-DBA1-14FB3C26274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C7E94-DFAE-E71B-56B1-5401EB1520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765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map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Titre 4074">
            <a:extLst>
              <a:ext uri="{FF2B5EF4-FFF2-40B4-BE49-F238E27FC236}">
                <a16:creationId xmlns:a16="http://schemas.microsoft.com/office/drawing/2014/main" id="{2B34696A-BCA1-060F-523A-0AA2D2EFB6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08329-0D96-0951-F457-069A6EBCBE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AE3D-3292-F511-9809-4B5385C46E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82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28A550-B794-A486-FC62-67CB5921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9E8AA34-B8EB-68C9-AA8F-F5BB3F74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31997" y="1555200"/>
            <a:ext cx="3287739" cy="4620303"/>
          </a:xfrm>
        </p:spPr>
        <p:txBody>
          <a:bodyPr/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11" name="Espace réservé du tableau 18">
            <a:extLst>
              <a:ext uri="{FF2B5EF4-FFF2-40B4-BE49-F238E27FC236}">
                <a16:creationId xmlns:a16="http://schemas.microsoft.com/office/drawing/2014/main" id="{9F143B46-1895-DC79-EBF5-57A23212CC7D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 bwMode="gray">
          <a:xfrm>
            <a:off x="3989744" y="1555201"/>
            <a:ext cx="7767283" cy="3529985"/>
          </a:xfrm>
        </p:spPr>
        <p:txBody>
          <a:bodyPr tIns="900000" anchor="ctr" anchorCtr="0"/>
          <a:lstStyle>
            <a:lvl1pPr marL="0" marR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Select the icon to insert a table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8B91B5-B799-26A4-483F-1E0B166231B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960B7E-058A-1A66-33DB-37519C6CA08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9641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50D491-44AA-BD1F-6B4B-0B1CD0B2027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noProof="0"/>
          </a:p>
        </p:txBody>
      </p:sp>
      <p:pic>
        <p:nvPicPr>
          <p:cNvPr id="22" name="Image 21" descr="Une image contenant noir, sombre&#10;&#10;Description générée automatiquement">
            <a:extLst>
              <a:ext uri="{FF2B5EF4-FFF2-40B4-BE49-F238E27FC236}">
                <a16:creationId xmlns:a16="http://schemas.microsoft.com/office/drawing/2014/main" id="{A7D31B1D-099F-69ED-6F1A-361C23474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0" y="0"/>
            <a:ext cx="6195856" cy="6858000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C85612-215D-4015-D752-3846CAAE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886609-A644-772C-C960-5D7E1E5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007340-9265-8375-16FD-61CAE635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1753E28-E10A-1AB4-8E56-26F955A38DF5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122420" y="6028545"/>
            <a:ext cx="1947160" cy="486000"/>
            <a:chOff x="5759104" y="6476905"/>
            <a:chExt cx="673200" cy="168027"/>
          </a:xfrm>
          <a:solidFill>
            <a:schemeClr val="bg1"/>
          </a:solidFill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61FF925-35DB-C317-28BA-B4AB7DD76847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AAFB0E7-1BEB-9892-808C-022D2DB99BBC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14" name="Espace réservé du texte 68">
            <a:extLst>
              <a:ext uri="{FF2B5EF4-FFF2-40B4-BE49-F238E27FC236}">
                <a16:creationId xmlns:a16="http://schemas.microsoft.com/office/drawing/2014/main" id="{222BDB35-8158-E8DE-F4F7-36BD0DECC2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82881" y="5911212"/>
            <a:ext cx="3619500" cy="414049"/>
          </a:xfrm>
        </p:spPr>
        <p:txBody>
          <a:bodyPr anchor="b" anchorCtr="0"/>
          <a:lstStyle>
            <a:lvl1pPr algn="l">
              <a:spcAft>
                <a:spcPts val="0"/>
              </a:spcAft>
              <a:defRPr sz="1500" b="0" u="sng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3D9D549-F127-E386-9E62-59A473E3EC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82881" y="715021"/>
            <a:ext cx="3619500" cy="2951163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695962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e 63">
            <a:extLst>
              <a:ext uri="{FF2B5EF4-FFF2-40B4-BE49-F238E27FC236}">
                <a16:creationId xmlns:a16="http://schemas.microsoft.com/office/drawing/2014/main" id="{B21400C9-F0A9-FE00-1447-3C0A9521F746}"/>
              </a:ext>
            </a:extLst>
          </p:cNvPr>
          <p:cNvGrpSpPr/>
          <p:nvPr userDrawn="1"/>
        </p:nvGrpSpPr>
        <p:grpSpPr bwMode="gray">
          <a:xfrm>
            <a:off x="2904843" y="2683082"/>
            <a:ext cx="6382315" cy="1496657"/>
            <a:chOff x="2905760" y="2683081"/>
            <a:chExt cx="6382314" cy="1496657"/>
          </a:xfrm>
          <a:solidFill>
            <a:schemeClr val="tx1"/>
          </a:solidFill>
        </p:grpSpPr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9F5B714B-DDBA-315A-6892-648299E48D9B}"/>
                </a:ext>
              </a:extLst>
            </p:cNvPr>
            <p:cNvGrpSpPr/>
            <p:nvPr userDrawn="1"/>
          </p:nvGrpSpPr>
          <p:grpSpPr bwMode="gray">
            <a:xfrm>
              <a:off x="2905760" y="2683081"/>
              <a:ext cx="3943962" cy="984384"/>
              <a:chOff x="2905760" y="2683081"/>
              <a:chExt cx="3943962" cy="984384"/>
            </a:xfrm>
            <a:grpFill/>
          </p:grpSpPr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EAB5AC17-92D8-2F2C-4B60-9B1F6C193E94}"/>
                  </a:ext>
                </a:extLst>
              </p:cNvPr>
              <p:cNvSpPr/>
              <p:nvPr/>
            </p:nvSpPr>
            <p:spPr bwMode="gray">
              <a:xfrm>
                <a:off x="4680359" y="2894577"/>
                <a:ext cx="2169363" cy="544521"/>
              </a:xfrm>
              <a:custGeom>
                <a:avLst/>
                <a:gdLst>
                  <a:gd name="connsiteX0" fmla="*/ 388911 w 2169363"/>
                  <a:gd name="connsiteY0" fmla="*/ 272203 h 544521"/>
                  <a:gd name="connsiteX1" fmla="*/ 128069 w 2169363"/>
                  <a:gd name="connsiteY1" fmla="*/ 176726 h 544521"/>
                  <a:gd name="connsiteX2" fmla="*/ 105576 w 2169363"/>
                  <a:gd name="connsiteY2" fmla="*/ 144135 h 544521"/>
                  <a:gd name="connsiteX3" fmla="*/ 140462 w 2169363"/>
                  <a:gd name="connsiteY3" fmla="*/ 109363 h 544521"/>
                  <a:gd name="connsiteX4" fmla="*/ 423568 w 2169363"/>
                  <a:gd name="connsiteY4" fmla="*/ 109363 h 544521"/>
                  <a:gd name="connsiteX5" fmla="*/ 423568 w 2169363"/>
                  <a:gd name="connsiteY5" fmla="*/ 7000 h 544521"/>
                  <a:gd name="connsiteX6" fmla="*/ 137594 w 2169363"/>
                  <a:gd name="connsiteY6" fmla="*/ 7000 h 544521"/>
                  <a:gd name="connsiteX7" fmla="*/ 459 w 2169363"/>
                  <a:gd name="connsiteY7" fmla="*/ 144135 h 544521"/>
                  <a:gd name="connsiteX8" fmla="*/ 88592 w 2169363"/>
                  <a:gd name="connsiteY8" fmla="*/ 272318 h 544521"/>
                  <a:gd name="connsiteX9" fmla="*/ 349435 w 2169363"/>
                  <a:gd name="connsiteY9" fmla="*/ 367796 h 544521"/>
                  <a:gd name="connsiteX10" fmla="*/ 371927 w 2169363"/>
                  <a:gd name="connsiteY10" fmla="*/ 400387 h 544521"/>
                  <a:gd name="connsiteX11" fmla="*/ 337041 w 2169363"/>
                  <a:gd name="connsiteY11" fmla="*/ 435158 h 544521"/>
                  <a:gd name="connsiteX12" fmla="*/ 0 w 2169363"/>
                  <a:gd name="connsiteY12" fmla="*/ 435158 h 544521"/>
                  <a:gd name="connsiteX13" fmla="*/ 0 w 2169363"/>
                  <a:gd name="connsiteY13" fmla="*/ 537521 h 544521"/>
                  <a:gd name="connsiteX14" fmla="*/ 340025 w 2169363"/>
                  <a:gd name="connsiteY14" fmla="*/ 537521 h 544521"/>
                  <a:gd name="connsiteX15" fmla="*/ 480028 w 2169363"/>
                  <a:gd name="connsiteY15" fmla="*/ 400387 h 544521"/>
                  <a:gd name="connsiteX16" fmla="*/ 388911 w 2169363"/>
                  <a:gd name="connsiteY16" fmla="*/ 272203 h 544521"/>
                  <a:gd name="connsiteX17" fmla="*/ 1832322 w 2169363"/>
                  <a:gd name="connsiteY17" fmla="*/ 435158 h 544521"/>
                  <a:gd name="connsiteX18" fmla="*/ 1797436 w 2169363"/>
                  <a:gd name="connsiteY18" fmla="*/ 400387 h 544521"/>
                  <a:gd name="connsiteX19" fmla="*/ 1819929 w 2169363"/>
                  <a:gd name="connsiteY19" fmla="*/ 367796 h 544521"/>
                  <a:gd name="connsiteX20" fmla="*/ 2080771 w 2169363"/>
                  <a:gd name="connsiteY20" fmla="*/ 272318 h 544521"/>
                  <a:gd name="connsiteX21" fmla="*/ 2168904 w 2169363"/>
                  <a:gd name="connsiteY21" fmla="*/ 144135 h 544521"/>
                  <a:gd name="connsiteX22" fmla="*/ 2031770 w 2169363"/>
                  <a:gd name="connsiteY22" fmla="*/ 7000 h 544521"/>
                  <a:gd name="connsiteX23" fmla="*/ 1745796 w 2169363"/>
                  <a:gd name="connsiteY23" fmla="*/ 7000 h 544521"/>
                  <a:gd name="connsiteX24" fmla="*/ 1745796 w 2169363"/>
                  <a:gd name="connsiteY24" fmla="*/ 109363 h 544521"/>
                  <a:gd name="connsiteX25" fmla="*/ 2028901 w 2169363"/>
                  <a:gd name="connsiteY25" fmla="*/ 109363 h 544521"/>
                  <a:gd name="connsiteX26" fmla="*/ 2063787 w 2169363"/>
                  <a:gd name="connsiteY26" fmla="*/ 144135 h 544521"/>
                  <a:gd name="connsiteX27" fmla="*/ 2041295 w 2169363"/>
                  <a:gd name="connsiteY27" fmla="*/ 176726 h 544521"/>
                  <a:gd name="connsiteX28" fmla="*/ 1780452 w 2169363"/>
                  <a:gd name="connsiteY28" fmla="*/ 272203 h 544521"/>
                  <a:gd name="connsiteX29" fmla="*/ 1689336 w 2169363"/>
                  <a:gd name="connsiteY29" fmla="*/ 400387 h 544521"/>
                  <a:gd name="connsiteX30" fmla="*/ 1829339 w 2169363"/>
                  <a:gd name="connsiteY30" fmla="*/ 537521 h 544521"/>
                  <a:gd name="connsiteX31" fmla="*/ 2169363 w 2169363"/>
                  <a:gd name="connsiteY31" fmla="*/ 537521 h 544521"/>
                  <a:gd name="connsiteX32" fmla="*/ 2169363 w 2169363"/>
                  <a:gd name="connsiteY32" fmla="*/ 435158 h 544521"/>
                  <a:gd name="connsiteX33" fmla="*/ 1832322 w 2169363"/>
                  <a:gd name="connsiteY33" fmla="*/ 435158 h 544521"/>
                  <a:gd name="connsiteX34" fmla="*/ 907497 w 2169363"/>
                  <a:gd name="connsiteY34" fmla="*/ 323729 h 544521"/>
                  <a:gd name="connsiteX35" fmla="*/ 784478 w 2169363"/>
                  <a:gd name="connsiteY35" fmla="*/ 445601 h 544521"/>
                  <a:gd name="connsiteX36" fmla="*/ 661458 w 2169363"/>
                  <a:gd name="connsiteY36" fmla="*/ 323729 h 544521"/>
                  <a:gd name="connsiteX37" fmla="*/ 661458 w 2169363"/>
                  <a:gd name="connsiteY37" fmla="*/ 7000 h 544521"/>
                  <a:gd name="connsiteX38" fmla="*/ 550030 w 2169363"/>
                  <a:gd name="connsiteY38" fmla="*/ 7000 h 544521"/>
                  <a:gd name="connsiteX39" fmla="*/ 550030 w 2169363"/>
                  <a:gd name="connsiteY39" fmla="*/ 331188 h 544521"/>
                  <a:gd name="connsiteX40" fmla="*/ 784478 w 2169363"/>
                  <a:gd name="connsiteY40" fmla="*/ 544521 h 544521"/>
                  <a:gd name="connsiteX41" fmla="*/ 1018926 w 2169363"/>
                  <a:gd name="connsiteY41" fmla="*/ 331188 h 544521"/>
                  <a:gd name="connsiteX42" fmla="*/ 1018926 w 2169363"/>
                  <a:gd name="connsiteY42" fmla="*/ 7000 h 544521"/>
                  <a:gd name="connsiteX43" fmla="*/ 907497 w 2169363"/>
                  <a:gd name="connsiteY43" fmla="*/ 7000 h 544521"/>
                  <a:gd name="connsiteX44" fmla="*/ 907497 w 2169363"/>
                  <a:gd name="connsiteY44" fmla="*/ 323729 h 544521"/>
                  <a:gd name="connsiteX45" fmla="*/ 1376967 w 2169363"/>
                  <a:gd name="connsiteY45" fmla="*/ 0 h 544521"/>
                  <a:gd name="connsiteX46" fmla="*/ 1102928 w 2169363"/>
                  <a:gd name="connsiteY46" fmla="*/ 272318 h 544521"/>
                  <a:gd name="connsiteX47" fmla="*/ 1376967 w 2169363"/>
                  <a:gd name="connsiteY47" fmla="*/ 544521 h 544521"/>
                  <a:gd name="connsiteX48" fmla="*/ 1604530 w 2169363"/>
                  <a:gd name="connsiteY48" fmla="*/ 438486 h 544521"/>
                  <a:gd name="connsiteX49" fmla="*/ 1519266 w 2169363"/>
                  <a:gd name="connsiteY49" fmla="*/ 377780 h 544521"/>
                  <a:gd name="connsiteX50" fmla="*/ 1376853 w 2169363"/>
                  <a:gd name="connsiteY50" fmla="*/ 448355 h 544521"/>
                  <a:gd name="connsiteX51" fmla="*/ 1215504 w 2169363"/>
                  <a:gd name="connsiteY51" fmla="*/ 310417 h 544521"/>
                  <a:gd name="connsiteX52" fmla="*/ 1642629 w 2169363"/>
                  <a:gd name="connsiteY52" fmla="*/ 310417 h 544521"/>
                  <a:gd name="connsiteX53" fmla="*/ 1645383 w 2169363"/>
                  <a:gd name="connsiteY53" fmla="*/ 272203 h 544521"/>
                  <a:gd name="connsiteX54" fmla="*/ 1376967 w 2169363"/>
                  <a:gd name="connsiteY54" fmla="*/ 0 h 544521"/>
                  <a:gd name="connsiteX55" fmla="*/ 1218029 w 2169363"/>
                  <a:gd name="connsiteY55" fmla="*/ 222514 h 544521"/>
                  <a:gd name="connsiteX56" fmla="*/ 1376853 w 2169363"/>
                  <a:gd name="connsiteY56" fmla="*/ 95363 h 544521"/>
                  <a:gd name="connsiteX57" fmla="*/ 1535561 w 2169363"/>
                  <a:gd name="connsiteY57" fmla="*/ 222514 h 544521"/>
                  <a:gd name="connsiteX58" fmla="*/ 1218029 w 2169363"/>
                  <a:gd name="connsiteY58" fmla="*/ 222514 h 544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169363" h="544521">
                    <a:moveTo>
                      <a:pt x="388911" y="272203"/>
                    </a:moveTo>
                    <a:lnTo>
                      <a:pt x="128069" y="176726"/>
                    </a:lnTo>
                    <a:cubicBezTo>
                      <a:pt x="114986" y="171676"/>
                      <a:pt x="105576" y="159053"/>
                      <a:pt x="105576" y="144135"/>
                    </a:cubicBezTo>
                    <a:cubicBezTo>
                      <a:pt x="105576" y="124970"/>
                      <a:pt x="121183" y="109363"/>
                      <a:pt x="140462" y="109363"/>
                    </a:cubicBezTo>
                    <a:lnTo>
                      <a:pt x="423568" y="109363"/>
                    </a:lnTo>
                    <a:lnTo>
                      <a:pt x="423568" y="7000"/>
                    </a:lnTo>
                    <a:lnTo>
                      <a:pt x="137594" y="7000"/>
                    </a:lnTo>
                    <a:cubicBezTo>
                      <a:pt x="61854" y="7000"/>
                      <a:pt x="459" y="68395"/>
                      <a:pt x="459" y="144135"/>
                    </a:cubicBezTo>
                    <a:cubicBezTo>
                      <a:pt x="459" y="202661"/>
                      <a:pt x="37066" y="252580"/>
                      <a:pt x="88592" y="272318"/>
                    </a:cubicBezTo>
                    <a:lnTo>
                      <a:pt x="349435" y="367796"/>
                    </a:lnTo>
                    <a:cubicBezTo>
                      <a:pt x="362632" y="372616"/>
                      <a:pt x="371927" y="385468"/>
                      <a:pt x="371927" y="400387"/>
                    </a:cubicBezTo>
                    <a:cubicBezTo>
                      <a:pt x="371927" y="419666"/>
                      <a:pt x="356320" y="435158"/>
                      <a:pt x="337041" y="435158"/>
                    </a:cubicBezTo>
                    <a:lnTo>
                      <a:pt x="0" y="435158"/>
                    </a:lnTo>
                    <a:lnTo>
                      <a:pt x="0" y="537521"/>
                    </a:lnTo>
                    <a:lnTo>
                      <a:pt x="340025" y="537521"/>
                    </a:lnTo>
                    <a:cubicBezTo>
                      <a:pt x="415764" y="537521"/>
                      <a:pt x="480028" y="476126"/>
                      <a:pt x="480028" y="400387"/>
                    </a:cubicBezTo>
                    <a:cubicBezTo>
                      <a:pt x="480028" y="341861"/>
                      <a:pt x="440437" y="291941"/>
                      <a:pt x="388911" y="272203"/>
                    </a:cubicBezTo>
                    <a:moveTo>
                      <a:pt x="1832322" y="435158"/>
                    </a:moveTo>
                    <a:cubicBezTo>
                      <a:pt x="1813043" y="435158"/>
                      <a:pt x="1797436" y="419551"/>
                      <a:pt x="1797436" y="400387"/>
                    </a:cubicBezTo>
                    <a:cubicBezTo>
                      <a:pt x="1797436" y="385468"/>
                      <a:pt x="1806617" y="372616"/>
                      <a:pt x="1819929" y="367796"/>
                    </a:cubicBezTo>
                    <a:lnTo>
                      <a:pt x="2080771" y="272318"/>
                    </a:lnTo>
                    <a:cubicBezTo>
                      <a:pt x="2132297" y="252580"/>
                      <a:pt x="2168904" y="202661"/>
                      <a:pt x="2168904" y="144135"/>
                    </a:cubicBezTo>
                    <a:cubicBezTo>
                      <a:pt x="2168904" y="68395"/>
                      <a:pt x="2107509" y="7000"/>
                      <a:pt x="2031770" y="7000"/>
                    </a:cubicBezTo>
                    <a:lnTo>
                      <a:pt x="1745796" y="7000"/>
                    </a:lnTo>
                    <a:lnTo>
                      <a:pt x="1745796" y="109363"/>
                    </a:lnTo>
                    <a:lnTo>
                      <a:pt x="2028901" y="109363"/>
                    </a:lnTo>
                    <a:cubicBezTo>
                      <a:pt x="2048180" y="109363"/>
                      <a:pt x="2063787" y="124970"/>
                      <a:pt x="2063787" y="144135"/>
                    </a:cubicBezTo>
                    <a:cubicBezTo>
                      <a:pt x="2063787" y="158938"/>
                      <a:pt x="2054377" y="171676"/>
                      <a:pt x="2041295" y="176726"/>
                    </a:cubicBezTo>
                    <a:lnTo>
                      <a:pt x="1780452" y="272203"/>
                    </a:lnTo>
                    <a:cubicBezTo>
                      <a:pt x="1728926" y="291941"/>
                      <a:pt x="1689336" y="341861"/>
                      <a:pt x="1689336" y="400387"/>
                    </a:cubicBezTo>
                    <a:cubicBezTo>
                      <a:pt x="1689336" y="476126"/>
                      <a:pt x="1753599" y="537521"/>
                      <a:pt x="1829339" y="537521"/>
                    </a:cubicBezTo>
                    <a:lnTo>
                      <a:pt x="2169363" y="537521"/>
                    </a:lnTo>
                    <a:lnTo>
                      <a:pt x="2169363" y="435158"/>
                    </a:lnTo>
                    <a:lnTo>
                      <a:pt x="1832322" y="435158"/>
                    </a:lnTo>
                    <a:close/>
                    <a:moveTo>
                      <a:pt x="907497" y="323729"/>
                    </a:moveTo>
                    <a:cubicBezTo>
                      <a:pt x="907841" y="404059"/>
                      <a:pt x="859070" y="445601"/>
                      <a:pt x="784478" y="445601"/>
                    </a:cubicBezTo>
                    <a:cubicBezTo>
                      <a:pt x="709886" y="445601"/>
                      <a:pt x="661114" y="404059"/>
                      <a:pt x="661458" y="323729"/>
                    </a:cubicBezTo>
                    <a:lnTo>
                      <a:pt x="661458" y="7000"/>
                    </a:lnTo>
                    <a:lnTo>
                      <a:pt x="550030" y="7000"/>
                    </a:lnTo>
                    <a:lnTo>
                      <a:pt x="550030" y="331188"/>
                    </a:lnTo>
                    <a:cubicBezTo>
                      <a:pt x="550030" y="449732"/>
                      <a:pt x="635868" y="544521"/>
                      <a:pt x="784478" y="544521"/>
                    </a:cubicBezTo>
                    <a:cubicBezTo>
                      <a:pt x="933088" y="544521"/>
                      <a:pt x="1018926" y="449732"/>
                      <a:pt x="1018926" y="331188"/>
                    </a:cubicBezTo>
                    <a:lnTo>
                      <a:pt x="1018926" y="7000"/>
                    </a:lnTo>
                    <a:lnTo>
                      <a:pt x="907497" y="7000"/>
                    </a:lnTo>
                    <a:lnTo>
                      <a:pt x="907497" y="323729"/>
                    </a:lnTo>
                    <a:close/>
                    <a:moveTo>
                      <a:pt x="1376967" y="0"/>
                    </a:moveTo>
                    <a:cubicBezTo>
                      <a:pt x="1223996" y="0"/>
                      <a:pt x="1102928" y="121872"/>
                      <a:pt x="1102928" y="272318"/>
                    </a:cubicBezTo>
                    <a:cubicBezTo>
                      <a:pt x="1102928" y="422649"/>
                      <a:pt x="1223882" y="544521"/>
                      <a:pt x="1376967" y="544521"/>
                    </a:cubicBezTo>
                    <a:cubicBezTo>
                      <a:pt x="1471642" y="544521"/>
                      <a:pt x="1548758" y="505274"/>
                      <a:pt x="1604530" y="438486"/>
                    </a:cubicBezTo>
                    <a:lnTo>
                      <a:pt x="1519266" y="377780"/>
                    </a:lnTo>
                    <a:cubicBezTo>
                      <a:pt x="1480478" y="422764"/>
                      <a:pt x="1433542" y="448355"/>
                      <a:pt x="1376853" y="448355"/>
                    </a:cubicBezTo>
                    <a:cubicBezTo>
                      <a:pt x="1297900" y="448355"/>
                      <a:pt x="1231915" y="389370"/>
                      <a:pt x="1215504" y="310417"/>
                    </a:cubicBezTo>
                    <a:lnTo>
                      <a:pt x="1642629" y="310417"/>
                    </a:lnTo>
                    <a:cubicBezTo>
                      <a:pt x="1644236" y="298483"/>
                      <a:pt x="1645383" y="284597"/>
                      <a:pt x="1645383" y="272203"/>
                    </a:cubicBezTo>
                    <a:cubicBezTo>
                      <a:pt x="1645269" y="121987"/>
                      <a:pt x="1529938" y="0"/>
                      <a:pt x="1376967" y="0"/>
                    </a:cubicBezTo>
                    <a:moveTo>
                      <a:pt x="1218029" y="222514"/>
                    </a:moveTo>
                    <a:cubicBezTo>
                      <a:pt x="1237997" y="149069"/>
                      <a:pt x="1301572" y="95363"/>
                      <a:pt x="1376853" y="95363"/>
                    </a:cubicBezTo>
                    <a:cubicBezTo>
                      <a:pt x="1452018" y="95363"/>
                      <a:pt x="1515593" y="149069"/>
                      <a:pt x="1535561" y="222514"/>
                    </a:cubicBezTo>
                    <a:lnTo>
                      <a:pt x="1218029" y="22251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EBC1FBE1-608A-6F14-7287-B734EA6649A4}"/>
                  </a:ext>
                </a:extLst>
              </p:cNvPr>
              <p:cNvSpPr/>
              <p:nvPr/>
            </p:nvSpPr>
            <p:spPr bwMode="gray">
              <a:xfrm>
                <a:off x="2905760" y="2683081"/>
                <a:ext cx="1612563" cy="984384"/>
              </a:xfrm>
              <a:custGeom>
                <a:avLst/>
                <a:gdLst>
                  <a:gd name="connsiteX0" fmla="*/ 1120256 w 1612563"/>
                  <a:gd name="connsiteY0" fmla="*/ 417256 h 984384"/>
                  <a:gd name="connsiteX1" fmla="*/ 1195193 w 1612563"/>
                  <a:gd name="connsiteY1" fmla="*/ 492192 h 984384"/>
                  <a:gd name="connsiteX2" fmla="*/ 1120256 w 1612563"/>
                  <a:gd name="connsiteY2" fmla="*/ 567128 h 984384"/>
                  <a:gd name="connsiteX3" fmla="*/ 1102584 w 1612563"/>
                  <a:gd name="connsiteY3" fmla="*/ 564948 h 984384"/>
                  <a:gd name="connsiteX4" fmla="*/ 1068960 w 1612563"/>
                  <a:gd name="connsiteY4" fmla="*/ 565407 h 984384"/>
                  <a:gd name="connsiteX5" fmla="*/ 1040500 w 1612563"/>
                  <a:gd name="connsiteY5" fmla="*/ 607752 h 984384"/>
                  <a:gd name="connsiteX6" fmla="*/ 1068501 w 1612563"/>
                  <a:gd name="connsiteY6" fmla="*/ 649868 h 984384"/>
                  <a:gd name="connsiteX7" fmla="*/ 1120256 w 1612563"/>
                  <a:gd name="connsiteY7" fmla="*/ 658360 h 984384"/>
                  <a:gd name="connsiteX8" fmla="*/ 1286539 w 1612563"/>
                  <a:gd name="connsiteY8" fmla="*/ 492192 h 984384"/>
                  <a:gd name="connsiteX9" fmla="*/ 1120256 w 1612563"/>
                  <a:gd name="connsiteY9" fmla="*/ 325909 h 984384"/>
                  <a:gd name="connsiteX10" fmla="*/ 999188 w 1612563"/>
                  <a:gd name="connsiteY10" fmla="*/ 378353 h 984384"/>
                  <a:gd name="connsiteX11" fmla="*/ 636441 w 1612563"/>
                  <a:gd name="connsiteY11" fmla="*/ 739493 h 984384"/>
                  <a:gd name="connsiteX12" fmla="*/ 412780 w 1612563"/>
                  <a:gd name="connsiteY12" fmla="*/ 825790 h 984384"/>
                  <a:gd name="connsiteX13" fmla="*/ 176955 w 1612563"/>
                  <a:gd name="connsiteY13" fmla="*/ 728132 h 984384"/>
                  <a:gd name="connsiteX14" fmla="*/ 79297 w 1612563"/>
                  <a:gd name="connsiteY14" fmla="*/ 492192 h 984384"/>
                  <a:gd name="connsiteX15" fmla="*/ 412895 w 1612563"/>
                  <a:gd name="connsiteY15" fmla="*/ 158594 h 984384"/>
                  <a:gd name="connsiteX16" fmla="*/ 481979 w 1612563"/>
                  <a:gd name="connsiteY16" fmla="*/ 165709 h 984384"/>
                  <a:gd name="connsiteX17" fmla="*/ 523635 w 1612563"/>
                  <a:gd name="connsiteY17" fmla="*/ 126118 h 984384"/>
                  <a:gd name="connsiteX18" fmla="*/ 491045 w 1612563"/>
                  <a:gd name="connsiteY18" fmla="*/ 86756 h 984384"/>
                  <a:gd name="connsiteX19" fmla="*/ 412780 w 1612563"/>
                  <a:gd name="connsiteY19" fmla="*/ 79297 h 984384"/>
                  <a:gd name="connsiteX20" fmla="*/ 0 w 1612563"/>
                  <a:gd name="connsiteY20" fmla="*/ 492192 h 984384"/>
                  <a:gd name="connsiteX21" fmla="*/ 120954 w 1612563"/>
                  <a:gd name="connsiteY21" fmla="*/ 784134 h 984384"/>
                  <a:gd name="connsiteX22" fmla="*/ 412895 w 1612563"/>
                  <a:gd name="connsiteY22" fmla="*/ 905087 h 984384"/>
                  <a:gd name="connsiteX23" fmla="*/ 697836 w 1612563"/>
                  <a:gd name="connsiteY23" fmla="*/ 790560 h 984384"/>
                  <a:gd name="connsiteX24" fmla="*/ 1067124 w 1612563"/>
                  <a:gd name="connsiteY24" fmla="*/ 440207 h 984384"/>
                  <a:gd name="connsiteX25" fmla="*/ 1120256 w 1612563"/>
                  <a:gd name="connsiteY25" fmla="*/ 417256 h 984384"/>
                  <a:gd name="connsiteX26" fmla="*/ 1120142 w 1612563"/>
                  <a:gd name="connsiteY26" fmla="*/ 729968 h 984384"/>
                  <a:gd name="connsiteX27" fmla="*/ 1053583 w 1612563"/>
                  <a:gd name="connsiteY27" fmla="*/ 722165 h 984384"/>
                  <a:gd name="connsiteX28" fmla="*/ 1007909 w 1612563"/>
                  <a:gd name="connsiteY28" fmla="*/ 767838 h 984384"/>
                  <a:gd name="connsiteX29" fmla="*/ 1039008 w 1612563"/>
                  <a:gd name="connsiteY29" fmla="*/ 811101 h 984384"/>
                  <a:gd name="connsiteX30" fmla="*/ 1120142 w 1612563"/>
                  <a:gd name="connsiteY30" fmla="*/ 821430 h 984384"/>
                  <a:gd name="connsiteX31" fmla="*/ 1449379 w 1612563"/>
                  <a:gd name="connsiteY31" fmla="*/ 492192 h 984384"/>
                  <a:gd name="connsiteX32" fmla="*/ 1120142 w 1612563"/>
                  <a:gd name="connsiteY32" fmla="*/ 162955 h 984384"/>
                  <a:gd name="connsiteX33" fmla="*/ 883398 w 1612563"/>
                  <a:gd name="connsiteY33" fmla="*/ 263711 h 984384"/>
                  <a:gd name="connsiteX34" fmla="*/ 552095 w 1612563"/>
                  <a:gd name="connsiteY34" fmla="*/ 631851 h 984384"/>
                  <a:gd name="connsiteX35" fmla="*/ 412895 w 1612563"/>
                  <a:gd name="connsiteY35" fmla="*/ 689459 h 984384"/>
                  <a:gd name="connsiteX36" fmla="*/ 215513 w 1612563"/>
                  <a:gd name="connsiteY36" fmla="*/ 492077 h 984384"/>
                  <a:gd name="connsiteX37" fmla="*/ 413010 w 1612563"/>
                  <a:gd name="connsiteY37" fmla="*/ 294696 h 984384"/>
                  <a:gd name="connsiteX38" fmla="*/ 457191 w 1612563"/>
                  <a:gd name="connsiteY38" fmla="*/ 299515 h 984384"/>
                  <a:gd name="connsiteX39" fmla="*/ 495750 w 1612563"/>
                  <a:gd name="connsiteY39" fmla="*/ 259924 h 984384"/>
                  <a:gd name="connsiteX40" fmla="*/ 464880 w 1612563"/>
                  <a:gd name="connsiteY40" fmla="*/ 220333 h 984384"/>
                  <a:gd name="connsiteX41" fmla="*/ 413010 w 1612563"/>
                  <a:gd name="connsiteY41" fmla="*/ 215399 h 984384"/>
                  <a:gd name="connsiteX42" fmla="*/ 136446 w 1612563"/>
                  <a:gd name="connsiteY42" fmla="*/ 492077 h 984384"/>
                  <a:gd name="connsiteX43" fmla="*/ 413125 w 1612563"/>
                  <a:gd name="connsiteY43" fmla="*/ 768756 h 984384"/>
                  <a:gd name="connsiteX44" fmla="*/ 618539 w 1612563"/>
                  <a:gd name="connsiteY44" fmla="*/ 677065 h 984384"/>
                  <a:gd name="connsiteX45" fmla="*/ 942154 w 1612563"/>
                  <a:gd name="connsiteY45" fmla="*/ 334746 h 984384"/>
                  <a:gd name="connsiteX46" fmla="*/ 1120256 w 1612563"/>
                  <a:gd name="connsiteY46" fmla="*/ 254301 h 984384"/>
                  <a:gd name="connsiteX47" fmla="*/ 1358147 w 1612563"/>
                  <a:gd name="connsiteY47" fmla="*/ 492192 h 984384"/>
                  <a:gd name="connsiteX48" fmla="*/ 1120142 w 1612563"/>
                  <a:gd name="connsiteY48" fmla="*/ 729968 h 984384"/>
                  <a:gd name="connsiteX49" fmla="*/ 1468199 w 1612563"/>
                  <a:gd name="connsiteY49" fmla="*/ 144135 h 984384"/>
                  <a:gd name="connsiteX50" fmla="*/ 1120256 w 1612563"/>
                  <a:gd name="connsiteY50" fmla="*/ 0 h 984384"/>
                  <a:gd name="connsiteX51" fmla="*/ 722853 w 1612563"/>
                  <a:gd name="connsiteY51" fmla="*/ 202087 h 984384"/>
                  <a:gd name="connsiteX52" fmla="*/ 461208 w 1612563"/>
                  <a:gd name="connsiteY52" fmla="*/ 529373 h 984384"/>
                  <a:gd name="connsiteX53" fmla="*/ 412895 w 1612563"/>
                  <a:gd name="connsiteY53" fmla="*/ 553243 h 984384"/>
                  <a:gd name="connsiteX54" fmla="*/ 351730 w 1612563"/>
                  <a:gd name="connsiteY54" fmla="*/ 492077 h 984384"/>
                  <a:gd name="connsiteX55" fmla="*/ 412895 w 1612563"/>
                  <a:gd name="connsiteY55" fmla="*/ 430912 h 984384"/>
                  <a:gd name="connsiteX56" fmla="*/ 429191 w 1612563"/>
                  <a:gd name="connsiteY56" fmla="*/ 431601 h 984384"/>
                  <a:gd name="connsiteX57" fmla="*/ 467978 w 1612563"/>
                  <a:gd name="connsiteY57" fmla="*/ 392124 h 984384"/>
                  <a:gd name="connsiteX58" fmla="*/ 417830 w 1612563"/>
                  <a:gd name="connsiteY58" fmla="*/ 350926 h 984384"/>
                  <a:gd name="connsiteX59" fmla="*/ 272547 w 1612563"/>
                  <a:gd name="connsiteY59" fmla="*/ 491963 h 984384"/>
                  <a:gd name="connsiteX60" fmla="*/ 413010 w 1612563"/>
                  <a:gd name="connsiteY60" fmla="*/ 632425 h 984384"/>
                  <a:gd name="connsiteX61" fmla="*/ 516521 w 1612563"/>
                  <a:gd name="connsiteY61" fmla="*/ 586752 h 984384"/>
                  <a:gd name="connsiteX62" fmla="*/ 803757 w 1612563"/>
                  <a:gd name="connsiteY62" fmla="*/ 246727 h 984384"/>
                  <a:gd name="connsiteX63" fmla="*/ 1120256 w 1612563"/>
                  <a:gd name="connsiteY63" fmla="*/ 91346 h 984384"/>
                  <a:gd name="connsiteX64" fmla="*/ 1403706 w 1612563"/>
                  <a:gd name="connsiteY64" fmla="*/ 208743 h 984384"/>
                  <a:gd name="connsiteX65" fmla="*/ 1521102 w 1612563"/>
                  <a:gd name="connsiteY65" fmla="*/ 492192 h 984384"/>
                  <a:gd name="connsiteX66" fmla="*/ 1120256 w 1612563"/>
                  <a:gd name="connsiteY66" fmla="*/ 893038 h 984384"/>
                  <a:gd name="connsiteX67" fmla="*/ 1021680 w 1612563"/>
                  <a:gd name="connsiteY67" fmla="*/ 881562 h 984384"/>
                  <a:gd name="connsiteX68" fmla="*/ 974974 w 1612563"/>
                  <a:gd name="connsiteY68" fmla="*/ 927580 h 984384"/>
                  <a:gd name="connsiteX69" fmla="*/ 1004696 w 1612563"/>
                  <a:gd name="connsiteY69" fmla="*/ 970384 h 984384"/>
                  <a:gd name="connsiteX70" fmla="*/ 1120371 w 1612563"/>
                  <a:gd name="connsiteY70" fmla="*/ 984384 h 984384"/>
                  <a:gd name="connsiteX71" fmla="*/ 1612563 w 1612563"/>
                  <a:gd name="connsiteY71" fmla="*/ 492307 h 984384"/>
                  <a:gd name="connsiteX72" fmla="*/ 1468199 w 1612563"/>
                  <a:gd name="connsiteY72" fmla="*/ 144135 h 98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1612563" h="984384">
                    <a:moveTo>
                      <a:pt x="1120256" y="417256"/>
                    </a:moveTo>
                    <a:cubicBezTo>
                      <a:pt x="1161569" y="417256"/>
                      <a:pt x="1195193" y="450880"/>
                      <a:pt x="1195193" y="492192"/>
                    </a:cubicBezTo>
                    <a:cubicBezTo>
                      <a:pt x="1195193" y="533505"/>
                      <a:pt x="1161569" y="567128"/>
                      <a:pt x="1120256" y="567128"/>
                    </a:cubicBezTo>
                    <a:cubicBezTo>
                      <a:pt x="1114633" y="567128"/>
                      <a:pt x="1102813" y="565063"/>
                      <a:pt x="1102584" y="564948"/>
                    </a:cubicBezTo>
                    <a:cubicBezTo>
                      <a:pt x="1098797" y="564030"/>
                      <a:pt x="1081354" y="560472"/>
                      <a:pt x="1068960" y="565407"/>
                    </a:cubicBezTo>
                    <a:cubicBezTo>
                      <a:pt x="1052320" y="572178"/>
                      <a:pt x="1040500" y="588588"/>
                      <a:pt x="1040500" y="607752"/>
                    </a:cubicBezTo>
                    <a:cubicBezTo>
                      <a:pt x="1040500" y="626113"/>
                      <a:pt x="1053927" y="644474"/>
                      <a:pt x="1068501" y="649868"/>
                    </a:cubicBezTo>
                    <a:cubicBezTo>
                      <a:pt x="1082960" y="655147"/>
                      <a:pt x="1104190" y="658360"/>
                      <a:pt x="1120256" y="658360"/>
                    </a:cubicBezTo>
                    <a:cubicBezTo>
                      <a:pt x="1211947" y="658360"/>
                      <a:pt x="1286539" y="583768"/>
                      <a:pt x="1286539" y="492192"/>
                    </a:cubicBezTo>
                    <a:cubicBezTo>
                      <a:pt x="1286539" y="400501"/>
                      <a:pt x="1211947" y="325909"/>
                      <a:pt x="1120256" y="325909"/>
                    </a:cubicBezTo>
                    <a:cubicBezTo>
                      <a:pt x="1074583" y="325909"/>
                      <a:pt x="1030402" y="345074"/>
                      <a:pt x="999188" y="378353"/>
                    </a:cubicBezTo>
                    <a:cubicBezTo>
                      <a:pt x="999188" y="378353"/>
                      <a:pt x="705755" y="679934"/>
                      <a:pt x="636441" y="739493"/>
                    </a:cubicBezTo>
                    <a:cubicBezTo>
                      <a:pt x="574817" y="792511"/>
                      <a:pt x="500455" y="825790"/>
                      <a:pt x="412780" y="825790"/>
                    </a:cubicBezTo>
                    <a:cubicBezTo>
                      <a:pt x="323729" y="825790"/>
                      <a:pt x="239957" y="791134"/>
                      <a:pt x="176955" y="728132"/>
                    </a:cubicBezTo>
                    <a:cubicBezTo>
                      <a:pt x="113954" y="665131"/>
                      <a:pt x="79297" y="581243"/>
                      <a:pt x="79297" y="492192"/>
                    </a:cubicBezTo>
                    <a:cubicBezTo>
                      <a:pt x="79297" y="308237"/>
                      <a:pt x="228940" y="158594"/>
                      <a:pt x="412895" y="158594"/>
                    </a:cubicBezTo>
                    <a:cubicBezTo>
                      <a:pt x="448470" y="158594"/>
                      <a:pt x="472454" y="165135"/>
                      <a:pt x="481979" y="165709"/>
                    </a:cubicBezTo>
                    <a:cubicBezTo>
                      <a:pt x="504930" y="166971"/>
                      <a:pt x="523635" y="148036"/>
                      <a:pt x="523635" y="126118"/>
                    </a:cubicBezTo>
                    <a:cubicBezTo>
                      <a:pt x="523635" y="107068"/>
                      <a:pt x="509635" y="90084"/>
                      <a:pt x="491045" y="86756"/>
                    </a:cubicBezTo>
                    <a:cubicBezTo>
                      <a:pt x="491045" y="86756"/>
                      <a:pt x="455126" y="79297"/>
                      <a:pt x="412780" y="79297"/>
                    </a:cubicBezTo>
                    <a:cubicBezTo>
                      <a:pt x="185218" y="79297"/>
                      <a:pt x="0" y="264515"/>
                      <a:pt x="0" y="492192"/>
                    </a:cubicBezTo>
                    <a:cubicBezTo>
                      <a:pt x="0" y="602473"/>
                      <a:pt x="42919" y="706099"/>
                      <a:pt x="120954" y="784134"/>
                    </a:cubicBezTo>
                    <a:cubicBezTo>
                      <a:pt x="198874" y="862168"/>
                      <a:pt x="302614" y="905087"/>
                      <a:pt x="412895" y="905087"/>
                    </a:cubicBezTo>
                    <a:cubicBezTo>
                      <a:pt x="519848" y="905087"/>
                      <a:pt x="620720" y="864463"/>
                      <a:pt x="697836" y="790560"/>
                    </a:cubicBezTo>
                    <a:lnTo>
                      <a:pt x="1067124" y="440207"/>
                    </a:lnTo>
                    <a:cubicBezTo>
                      <a:pt x="1082042" y="425977"/>
                      <a:pt x="1096846" y="417256"/>
                      <a:pt x="1120256" y="417256"/>
                    </a:cubicBezTo>
                    <a:moveTo>
                      <a:pt x="1120142" y="729968"/>
                    </a:moveTo>
                    <a:cubicBezTo>
                      <a:pt x="1082616" y="729968"/>
                      <a:pt x="1066550" y="722165"/>
                      <a:pt x="1053583" y="722165"/>
                    </a:cubicBezTo>
                    <a:cubicBezTo>
                      <a:pt x="1028451" y="722165"/>
                      <a:pt x="1007909" y="742706"/>
                      <a:pt x="1007909" y="767838"/>
                    </a:cubicBezTo>
                    <a:cubicBezTo>
                      <a:pt x="1007909" y="787347"/>
                      <a:pt x="1021336" y="805708"/>
                      <a:pt x="1039008" y="811101"/>
                    </a:cubicBezTo>
                    <a:cubicBezTo>
                      <a:pt x="1056681" y="816380"/>
                      <a:pt x="1088469" y="821430"/>
                      <a:pt x="1120142" y="821430"/>
                    </a:cubicBezTo>
                    <a:cubicBezTo>
                      <a:pt x="1301687" y="821430"/>
                      <a:pt x="1449379" y="673737"/>
                      <a:pt x="1449379" y="492192"/>
                    </a:cubicBezTo>
                    <a:cubicBezTo>
                      <a:pt x="1449379" y="310647"/>
                      <a:pt x="1301687" y="162955"/>
                      <a:pt x="1120142" y="162955"/>
                    </a:cubicBezTo>
                    <a:cubicBezTo>
                      <a:pt x="1031320" y="162955"/>
                      <a:pt x="945367" y="199677"/>
                      <a:pt x="883398" y="263711"/>
                    </a:cubicBezTo>
                    <a:lnTo>
                      <a:pt x="552095" y="631851"/>
                    </a:lnTo>
                    <a:cubicBezTo>
                      <a:pt x="514799" y="669032"/>
                      <a:pt x="465339" y="689459"/>
                      <a:pt x="412895" y="689459"/>
                    </a:cubicBezTo>
                    <a:cubicBezTo>
                      <a:pt x="304106" y="689459"/>
                      <a:pt x="215513" y="600982"/>
                      <a:pt x="215513" y="492077"/>
                    </a:cubicBezTo>
                    <a:cubicBezTo>
                      <a:pt x="215513" y="383288"/>
                      <a:pt x="304106" y="294696"/>
                      <a:pt x="413010" y="294696"/>
                    </a:cubicBezTo>
                    <a:cubicBezTo>
                      <a:pt x="438371" y="294696"/>
                      <a:pt x="446404" y="299515"/>
                      <a:pt x="457191" y="299515"/>
                    </a:cubicBezTo>
                    <a:cubicBezTo>
                      <a:pt x="476126" y="299515"/>
                      <a:pt x="495750" y="283335"/>
                      <a:pt x="495750" y="259924"/>
                    </a:cubicBezTo>
                    <a:cubicBezTo>
                      <a:pt x="495750" y="241104"/>
                      <a:pt x="482667" y="224235"/>
                      <a:pt x="464880" y="220333"/>
                    </a:cubicBezTo>
                    <a:cubicBezTo>
                      <a:pt x="450765" y="217235"/>
                      <a:pt x="429764" y="215399"/>
                      <a:pt x="413010" y="215399"/>
                    </a:cubicBezTo>
                    <a:cubicBezTo>
                      <a:pt x="260498" y="215399"/>
                      <a:pt x="136446" y="339566"/>
                      <a:pt x="136446" y="492077"/>
                    </a:cubicBezTo>
                    <a:cubicBezTo>
                      <a:pt x="136446" y="644589"/>
                      <a:pt x="260498" y="768756"/>
                      <a:pt x="413125" y="768756"/>
                    </a:cubicBezTo>
                    <a:cubicBezTo>
                      <a:pt x="538210" y="768756"/>
                      <a:pt x="607523" y="688541"/>
                      <a:pt x="618539" y="677065"/>
                    </a:cubicBezTo>
                    <a:lnTo>
                      <a:pt x="942154" y="334746"/>
                    </a:lnTo>
                    <a:cubicBezTo>
                      <a:pt x="987368" y="283564"/>
                      <a:pt x="1052320" y="254301"/>
                      <a:pt x="1120256" y="254301"/>
                    </a:cubicBezTo>
                    <a:cubicBezTo>
                      <a:pt x="1251423" y="254301"/>
                      <a:pt x="1358147" y="361025"/>
                      <a:pt x="1358147" y="492192"/>
                    </a:cubicBezTo>
                    <a:cubicBezTo>
                      <a:pt x="1358032" y="623244"/>
                      <a:pt x="1251309" y="729968"/>
                      <a:pt x="1120142" y="729968"/>
                    </a:cubicBezTo>
                    <a:moveTo>
                      <a:pt x="1468199" y="144135"/>
                    </a:moveTo>
                    <a:cubicBezTo>
                      <a:pt x="1375246" y="51182"/>
                      <a:pt x="1251653" y="0"/>
                      <a:pt x="1120256" y="0"/>
                    </a:cubicBezTo>
                    <a:cubicBezTo>
                      <a:pt x="963957" y="0"/>
                      <a:pt x="815347" y="75625"/>
                      <a:pt x="722853" y="202087"/>
                    </a:cubicBezTo>
                    <a:cubicBezTo>
                      <a:pt x="722853" y="202087"/>
                      <a:pt x="473601" y="513766"/>
                      <a:pt x="461208" y="529373"/>
                    </a:cubicBezTo>
                    <a:cubicBezTo>
                      <a:pt x="448814" y="545095"/>
                      <a:pt x="430682" y="553243"/>
                      <a:pt x="412895" y="553243"/>
                    </a:cubicBezTo>
                    <a:cubicBezTo>
                      <a:pt x="379157" y="553243"/>
                      <a:pt x="351730" y="525816"/>
                      <a:pt x="351730" y="492077"/>
                    </a:cubicBezTo>
                    <a:cubicBezTo>
                      <a:pt x="351730" y="458339"/>
                      <a:pt x="379157" y="430912"/>
                      <a:pt x="412895" y="430912"/>
                    </a:cubicBezTo>
                    <a:cubicBezTo>
                      <a:pt x="419207" y="430912"/>
                      <a:pt x="424027" y="431601"/>
                      <a:pt x="429191" y="431601"/>
                    </a:cubicBezTo>
                    <a:cubicBezTo>
                      <a:pt x="450650" y="431601"/>
                      <a:pt x="467978" y="413239"/>
                      <a:pt x="467978" y="392124"/>
                    </a:cubicBezTo>
                    <a:cubicBezTo>
                      <a:pt x="467978" y="375599"/>
                      <a:pt x="456617" y="350926"/>
                      <a:pt x="417830" y="350926"/>
                    </a:cubicBezTo>
                    <a:cubicBezTo>
                      <a:pt x="334860" y="350926"/>
                      <a:pt x="272547" y="414617"/>
                      <a:pt x="272547" y="491963"/>
                    </a:cubicBezTo>
                    <a:cubicBezTo>
                      <a:pt x="272547" y="569423"/>
                      <a:pt x="335549" y="632310"/>
                      <a:pt x="413010" y="632425"/>
                    </a:cubicBezTo>
                    <a:cubicBezTo>
                      <a:pt x="452486" y="632425"/>
                      <a:pt x="489897" y="615785"/>
                      <a:pt x="516521" y="586752"/>
                    </a:cubicBezTo>
                    <a:lnTo>
                      <a:pt x="803757" y="246727"/>
                    </a:lnTo>
                    <a:cubicBezTo>
                      <a:pt x="880529" y="148036"/>
                      <a:pt x="995860" y="91346"/>
                      <a:pt x="1120256" y="91346"/>
                    </a:cubicBezTo>
                    <a:cubicBezTo>
                      <a:pt x="1227324" y="91346"/>
                      <a:pt x="1327966" y="133003"/>
                      <a:pt x="1403706" y="208743"/>
                    </a:cubicBezTo>
                    <a:cubicBezTo>
                      <a:pt x="1479445" y="284482"/>
                      <a:pt x="1521102" y="385124"/>
                      <a:pt x="1521102" y="492192"/>
                    </a:cubicBezTo>
                    <a:cubicBezTo>
                      <a:pt x="1521102" y="713214"/>
                      <a:pt x="1341278" y="893038"/>
                      <a:pt x="1120256" y="893038"/>
                    </a:cubicBezTo>
                    <a:cubicBezTo>
                      <a:pt x="1057599" y="893038"/>
                      <a:pt x="1037058" y="881562"/>
                      <a:pt x="1021680" y="881562"/>
                    </a:cubicBezTo>
                    <a:cubicBezTo>
                      <a:pt x="995630" y="881562"/>
                      <a:pt x="974974" y="901989"/>
                      <a:pt x="974974" y="927580"/>
                    </a:cubicBezTo>
                    <a:cubicBezTo>
                      <a:pt x="974974" y="946629"/>
                      <a:pt x="986335" y="962925"/>
                      <a:pt x="1004696" y="970384"/>
                    </a:cubicBezTo>
                    <a:cubicBezTo>
                      <a:pt x="1020533" y="976810"/>
                      <a:pt x="1081698" y="984384"/>
                      <a:pt x="1120371" y="984384"/>
                    </a:cubicBezTo>
                    <a:cubicBezTo>
                      <a:pt x="1391771" y="984384"/>
                      <a:pt x="1612563" y="763592"/>
                      <a:pt x="1612563" y="492307"/>
                    </a:cubicBezTo>
                    <a:cubicBezTo>
                      <a:pt x="1612334" y="360681"/>
                      <a:pt x="1561152" y="237088"/>
                      <a:pt x="1468199" y="144135"/>
                    </a:cubicBezTo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FD413A12-ABBD-441E-4DAC-801B22D4089C}"/>
                </a:ext>
              </a:extLst>
            </p:cNvPr>
            <p:cNvGrpSpPr/>
            <p:nvPr userDrawn="1"/>
          </p:nvGrpSpPr>
          <p:grpSpPr bwMode="gray">
            <a:xfrm>
              <a:off x="4700671" y="3930373"/>
              <a:ext cx="4587403" cy="249365"/>
              <a:chOff x="4700671" y="3930373"/>
              <a:chExt cx="4587403" cy="249365"/>
            </a:xfrm>
            <a:grpFill/>
          </p:grpSpPr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0263C132-7DDB-AB6E-3B6C-FCB8BFF03E22}"/>
                  </a:ext>
                </a:extLst>
              </p:cNvPr>
              <p:cNvSpPr/>
              <p:nvPr/>
            </p:nvSpPr>
            <p:spPr bwMode="gray">
              <a:xfrm>
                <a:off x="4700671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5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5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5" y="77461"/>
                    </a:lnTo>
                    <a:cubicBezTo>
                      <a:pt x="126691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1" y="192791"/>
                      <a:pt x="131855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9815B442-4057-0009-D22A-72BDEA5E0515}"/>
                  </a:ext>
                </a:extLst>
              </p:cNvPr>
              <p:cNvSpPr/>
              <p:nvPr/>
            </p:nvSpPr>
            <p:spPr bwMode="gray">
              <a:xfrm>
                <a:off x="4922381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2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2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4" y="107412"/>
                      <a:pt x="127724" y="93986"/>
                      <a:pt x="127724" y="75051"/>
                    </a:cubicBezTo>
                    <a:cubicBezTo>
                      <a:pt x="127724" y="56116"/>
                      <a:pt x="113954" y="42690"/>
                      <a:pt x="92953" y="42690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1" name="Forme libre : forme 40">
                <a:extLst>
                  <a:ext uri="{FF2B5EF4-FFF2-40B4-BE49-F238E27FC236}">
                    <a16:creationId xmlns:a16="http://schemas.microsoft.com/office/drawing/2014/main" id="{CE9CC98E-2253-F298-33F8-5565D0A6EB1D}"/>
                  </a:ext>
                </a:extLst>
              </p:cNvPr>
              <p:cNvSpPr/>
              <p:nvPr/>
            </p:nvSpPr>
            <p:spPr bwMode="gray">
              <a:xfrm>
                <a:off x="5147534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2" name="Forme libre : forme 41">
                <a:extLst>
                  <a:ext uri="{FF2B5EF4-FFF2-40B4-BE49-F238E27FC236}">
                    <a16:creationId xmlns:a16="http://schemas.microsoft.com/office/drawing/2014/main" id="{B5B53F78-D9C3-02BE-F805-8215D8097526}"/>
                  </a:ext>
                </a:extLst>
              </p:cNvPr>
              <p:cNvSpPr/>
              <p:nvPr/>
            </p:nvSpPr>
            <p:spPr bwMode="gray">
              <a:xfrm>
                <a:off x="5328965" y="3932553"/>
                <a:ext cx="216201" cy="245120"/>
              </a:xfrm>
              <a:custGeom>
                <a:avLst/>
                <a:gdLst>
                  <a:gd name="connsiteX0" fmla="*/ 166283 w 216201"/>
                  <a:gd name="connsiteY0" fmla="*/ 245121 h 245120"/>
                  <a:gd name="connsiteX1" fmla="*/ 151823 w 216201"/>
                  <a:gd name="connsiteY1" fmla="*/ 201743 h 245120"/>
                  <a:gd name="connsiteX2" fmla="*/ 64723 w 216201"/>
                  <a:gd name="connsiteY2" fmla="*/ 201743 h 245120"/>
                  <a:gd name="connsiteX3" fmla="*/ 49919 w 216201"/>
                  <a:gd name="connsiteY3" fmla="*/ 245121 h 245120"/>
                  <a:gd name="connsiteX4" fmla="*/ 0 w 216201"/>
                  <a:gd name="connsiteY4" fmla="*/ 245121 h 245120"/>
                  <a:gd name="connsiteX5" fmla="*/ 89166 w 216201"/>
                  <a:gd name="connsiteY5" fmla="*/ 0 h 245120"/>
                  <a:gd name="connsiteX6" fmla="*/ 126691 w 216201"/>
                  <a:gd name="connsiteY6" fmla="*/ 0 h 245120"/>
                  <a:gd name="connsiteX7" fmla="*/ 216202 w 216201"/>
                  <a:gd name="connsiteY7" fmla="*/ 245121 h 245120"/>
                  <a:gd name="connsiteX8" fmla="*/ 166283 w 216201"/>
                  <a:gd name="connsiteY8" fmla="*/ 245121 h 245120"/>
                  <a:gd name="connsiteX9" fmla="*/ 109134 w 216201"/>
                  <a:gd name="connsiteY9" fmla="*/ 72297 h 245120"/>
                  <a:gd name="connsiteX10" fmla="*/ 78149 w 216201"/>
                  <a:gd name="connsiteY10" fmla="*/ 161463 h 245120"/>
                  <a:gd name="connsiteX11" fmla="*/ 139085 w 216201"/>
                  <a:gd name="connsiteY11" fmla="*/ 161463 h 245120"/>
                  <a:gd name="connsiteX12" fmla="*/ 109134 w 216201"/>
                  <a:gd name="connsiteY12" fmla="*/ 72297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6201" h="245120">
                    <a:moveTo>
                      <a:pt x="166283" y="245121"/>
                    </a:moveTo>
                    <a:lnTo>
                      <a:pt x="151823" y="201743"/>
                    </a:lnTo>
                    <a:lnTo>
                      <a:pt x="64723" y="201743"/>
                    </a:lnTo>
                    <a:lnTo>
                      <a:pt x="49919" y="245121"/>
                    </a:lnTo>
                    <a:lnTo>
                      <a:pt x="0" y="245121"/>
                    </a:lnTo>
                    <a:lnTo>
                      <a:pt x="89166" y="0"/>
                    </a:lnTo>
                    <a:lnTo>
                      <a:pt x="126691" y="0"/>
                    </a:lnTo>
                    <a:lnTo>
                      <a:pt x="216202" y="245121"/>
                    </a:lnTo>
                    <a:lnTo>
                      <a:pt x="166283" y="245121"/>
                    </a:lnTo>
                    <a:close/>
                    <a:moveTo>
                      <a:pt x="109134" y="72297"/>
                    </a:moveTo>
                    <a:lnTo>
                      <a:pt x="78149" y="161463"/>
                    </a:lnTo>
                    <a:lnTo>
                      <a:pt x="139085" y="161463"/>
                    </a:lnTo>
                    <a:lnTo>
                      <a:pt x="109134" y="72297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3" name="Forme libre : forme 42">
                <a:extLst>
                  <a:ext uri="{FF2B5EF4-FFF2-40B4-BE49-F238E27FC236}">
                    <a16:creationId xmlns:a16="http://schemas.microsoft.com/office/drawing/2014/main" id="{DC8F96A6-51FF-69CF-BE43-3A8B4460CFD0}"/>
                  </a:ext>
                </a:extLst>
              </p:cNvPr>
              <p:cNvSpPr/>
              <p:nvPr/>
            </p:nvSpPr>
            <p:spPr bwMode="gray">
              <a:xfrm>
                <a:off x="5536560" y="3932553"/>
                <a:ext cx="175922" cy="245120"/>
              </a:xfrm>
              <a:custGeom>
                <a:avLst/>
                <a:gdLst>
                  <a:gd name="connsiteX0" fmla="*/ 111888 w 175922"/>
                  <a:gd name="connsiteY0" fmla="*/ 42690 h 245120"/>
                  <a:gd name="connsiteX1" fmla="*/ 111888 w 175922"/>
                  <a:gd name="connsiteY1" fmla="*/ 245121 h 245120"/>
                  <a:gd name="connsiteX2" fmla="*/ 64034 w 175922"/>
                  <a:gd name="connsiteY2" fmla="*/ 245121 h 245120"/>
                  <a:gd name="connsiteX3" fmla="*/ 64034 w 175922"/>
                  <a:gd name="connsiteY3" fmla="*/ 42690 h 245120"/>
                  <a:gd name="connsiteX4" fmla="*/ 0 w 175922"/>
                  <a:gd name="connsiteY4" fmla="*/ 42690 h 245120"/>
                  <a:gd name="connsiteX5" fmla="*/ 0 w 175922"/>
                  <a:gd name="connsiteY5" fmla="*/ 0 h 245120"/>
                  <a:gd name="connsiteX6" fmla="*/ 175922 w 175922"/>
                  <a:gd name="connsiteY6" fmla="*/ 0 h 245120"/>
                  <a:gd name="connsiteX7" fmla="*/ 175922 w 175922"/>
                  <a:gd name="connsiteY7" fmla="*/ 42690 h 245120"/>
                  <a:gd name="connsiteX8" fmla="*/ 111888 w 175922"/>
                  <a:gd name="connsiteY8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922" h="245120">
                    <a:moveTo>
                      <a:pt x="111888" y="42690"/>
                    </a:moveTo>
                    <a:lnTo>
                      <a:pt x="111888" y="245121"/>
                    </a:lnTo>
                    <a:lnTo>
                      <a:pt x="64034" y="245121"/>
                    </a:lnTo>
                    <a:lnTo>
                      <a:pt x="64034" y="42690"/>
                    </a:lnTo>
                    <a:lnTo>
                      <a:pt x="0" y="42690"/>
                    </a:lnTo>
                    <a:lnTo>
                      <a:pt x="0" y="0"/>
                    </a:lnTo>
                    <a:lnTo>
                      <a:pt x="175922" y="0"/>
                    </a:lnTo>
                    <a:lnTo>
                      <a:pt x="175922" y="42690"/>
                    </a:lnTo>
                    <a:lnTo>
                      <a:pt x="111888" y="42690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D932C21D-1885-EFAC-15A1-928A3829AB0C}"/>
                  </a:ext>
                </a:extLst>
              </p:cNvPr>
              <p:cNvSpPr/>
              <p:nvPr/>
            </p:nvSpPr>
            <p:spPr bwMode="gray">
              <a:xfrm>
                <a:off x="5751385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4 w 47853"/>
                  <a:gd name="connsiteY2" fmla="*/ 0 h 245120"/>
                  <a:gd name="connsiteX3" fmla="*/ 47854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6022860E-6CDA-BBC6-A202-59C30ABDB249}"/>
                  </a:ext>
                </a:extLst>
              </p:cNvPr>
              <p:cNvSpPr/>
              <p:nvPr/>
            </p:nvSpPr>
            <p:spPr bwMode="gray">
              <a:xfrm>
                <a:off x="5856387" y="3932553"/>
                <a:ext cx="187627" cy="245120"/>
              </a:xfrm>
              <a:custGeom>
                <a:avLst/>
                <a:gdLst>
                  <a:gd name="connsiteX0" fmla="*/ 144938 w 187627"/>
                  <a:gd name="connsiteY0" fmla="*/ 245121 h 245120"/>
                  <a:gd name="connsiteX1" fmla="*/ 47854 w 187627"/>
                  <a:gd name="connsiteY1" fmla="*/ 94674 h 245120"/>
                  <a:gd name="connsiteX2" fmla="*/ 47854 w 187627"/>
                  <a:gd name="connsiteY2" fmla="*/ 245121 h 245120"/>
                  <a:gd name="connsiteX3" fmla="*/ 0 w 187627"/>
                  <a:gd name="connsiteY3" fmla="*/ 245121 h 245120"/>
                  <a:gd name="connsiteX4" fmla="*/ 0 w 187627"/>
                  <a:gd name="connsiteY4" fmla="*/ 0 h 245120"/>
                  <a:gd name="connsiteX5" fmla="*/ 42690 w 187627"/>
                  <a:gd name="connsiteY5" fmla="*/ 0 h 245120"/>
                  <a:gd name="connsiteX6" fmla="*/ 139774 w 187627"/>
                  <a:gd name="connsiteY6" fmla="*/ 150102 h 245120"/>
                  <a:gd name="connsiteX7" fmla="*/ 139774 w 187627"/>
                  <a:gd name="connsiteY7" fmla="*/ 0 h 245120"/>
                  <a:gd name="connsiteX8" fmla="*/ 187628 w 187627"/>
                  <a:gd name="connsiteY8" fmla="*/ 0 h 245120"/>
                  <a:gd name="connsiteX9" fmla="*/ 187628 w 187627"/>
                  <a:gd name="connsiteY9" fmla="*/ 245121 h 245120"/>
                  <a:gd name="connsiteX10" fmla="*/ 144938 w 187627"/>
                  <a:gd name="connsiteY10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7627" h="245120">
                    <a:moveTo>
                      <a:pt x="144938" y="245121"/>
                    </a:moveTo>
                    <a:lnTo>
                      <a:pt x="47854" y="94674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42690" y="0"/>
                    </a:lnTo>
                    <a:lnTo>
                      <a:pt x="139774" y="150102"/>
                    </a:lnTo>
                    <a:lnTo>
                      <a:pt x="139774" y="0"/>
                    </a:lnTo>
                    <a:lnTo>
                      <a:pt x="187628" y="0"/>
                    </a:lnTo>
                    <a:lnTo>
                      <a:pt x="187628" y="245121"/>
                    </a:lnTo>
                    <a:lnTo>
                      <a:pt x="144938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3937A9E7-BC34-E4B7-BADE-943426B56C35}"/>
                  </a:ext>
                </a:extLst>
              </p:cNvPr>
              <p:cNvSpPr/>
              <p:nvPr/>
            </p:nvSpPr>
            <p:spPr bwMode="gray">
              <a:xfrm>
                <a:off x="6092901" y="3930487"/>
                <a:ext cx="182807" cy="249251"/>
              </a:xfrm>
              <a:custGeom>
                <a:avLst/>
                <a:gdLst>
                  <a:gd name="connsiteX0" fmla="*/ 159397 w 182807"/>
                  <a:gd name="connsiteY0" fmla="*/ 221366 h 249251"/>
                  <a:gd name="connsiteX1" fmla="*/ 90199 w 182807"/>
                  <a:gd name="connsiteY1" fmla="*/ 249252 h 249251"/>
                  <a:gd name="connsiteX2" fmla="*/ 24099 w 182807"/>
                  <a:gd name="connsiteY2" fmla="*/ 222399 h 249251"/>
                  <a:gd name="connsiteX3" fmla="*/ 4131 w 182807"/>
                  <a:gd name="connsiteY3" fmla="*/ 185562 h 249251"/>
                  <a:gd name="connsiteX4" fmla="*/ 0 w 182807"/>
                  <a:gd name="connsiteY4" fmla="*/ 124626 h 249251"/>
                  <a:gd name="connsiteX5" fmla="*/ 4131 w 182807"/>
                  <a:gd name="connsiteY5" fmla="*/ 63690 h 249251"/>
                  <a:gd name="connsiteX6" fmla="*/ 24099 w 182807"/>
                  <a:gd name="connsiteY6" fmla="*/ 26853 h 249251"/>
                  <a:gd name="connsiteX7" fmla="*/ 90199 w 182807"/>
                  <a:gd name="connsiteY7" fmla="*/ 0 h 249251"/>
                  <a:gd name="connsiteX8" fmla="*/ 182463 w 182807"/>
                  <a:gd name="connsiteY8" fmla="*/ 78494 h 249251"/>
                  <a:gd name="connsiteX9" fmla="*/ 134265 w 182807"/>
                  <a:gd name="connsiteY9" fmla="*/ 78494 h 249251"/>
                  <a:gd name="connsiteX10" fmla="*/ 90199 w 182807"/>
                  <a:gd name="connsiteY10" fmla="*/ 42690 h 249251"/>
                  <a:gd name="connsiteX11" fmla="*/ 59559 w 182807"/>
                  <a:gd name="connsiteY11" fmla="*/ 55772 h 249251"/>
                  <a:gd name="connsiteX12" fmla="*/ 47853 w 182807"/>
                  <a:gd name="connsiteY12" fmla="*/ 124626 h 249251"/>
                  <a:gd name="connsiteX13" fmla="*/ 59559 w 182807"/>
                  <a:gd name="connsiteY13" fmla="*/ 193824 h 249251"/>
                  <a:gd name="connsiteX14" fmla="*/ 90199 w 182807"/>
                  <a:gd name="connsiteY14" fmla="*/ 206562 h 249251"/>
                  <a:gd name="connsiteX15" fmla="*/ 124282 w 182807"/>
                  <a:gd name="connsiteY15" fmla="*/ 192792 h 249251"/>
                  <a:gd name="connsiteX16" fmla="*/ 135298 w 182807"/>
                  <a:gd name="connsiteY16" fmla="*/ 160086 h 249251"/>
                  <a:gd name="connsiteX17" fmla="*/ 135298 w 182807"/>
                  <a:gd name="connsiteY17" fmla="*/ 150790 h 249251"/>
                  <a:gd name="connsiteX18" fmla="*/ 90199 w 182807"/>
                  <a:gd name="connsiteY18" fmla="*/ 150790 h 249251"/>
                  <a:gd name="connsiteX19" fmla="*/ 90199 w 182807"/>
                  <a:gd name="connsiteY19" fmla="*/ 110855 h 249251"/>
                  <a:gd name="connsiteX20" fmla="*/ 182808 w 182807"/>
                  <a:gd name="connsiteY20" fmla="*/ 110855 h 249251"/>
                  <a:gd name="connsiteX21" fmla="*/ 182808 w 182807"/>
                  <a:gd name="connsiteY21" fmla="*/ 146659 h 249251"/>
                  <a:gd name="connsiteX22" fmla="*/ 159397 w 182807"/>
                  <a:gd name="connsiteY22" fmla="*/ 221366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2807" h="249251">
                    <a:moveTo>
                      <a:pt x="159397" y="221366"/>
                    </a:moveTo>
                    <a:cubicBezTo>
                      <a:pt x="140462" y="240645"/>
                      <a:pt x="117740" y="249252"/>
                      <a:pt x="90199" y="249252"/>
                    </a:cubicBezTo>
                    <a:cubicBezTo>
                      <a:pt x="64034" y="249252"/>
                      <a:pt x="42001" y="240301"/>
                      <a:pt x="24099" y="222399"/>
                    </a:cubicBezTo>
                    <a:cubicBezTo>
                      <a:pt x="13426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6" y="37526"/>
                      <a:pt x="24099" y="26853"/>
                    </a:cubicBezTo>
                    <a:cubicBezTo>
                      <a:pt x="42001" y="8951"/>
                      <a:pt x="64034" y="0"/>
                      <a:pt x="90199" y="0"/>
                    </a:cubicBezTo>
                    <a:cubicBezTo>
                      <a:pt x="145971" y="0"/>
                      <a:pt x="175922" y="35804"/>
                      <a:pt x="182463" y="78494"/>
                    </a:cubicBezTo>
                    <a:lnTo>
                      <a:pt x="134265" y="78494"/>
                    </a:lnTo>
                    <a:cubicBezTo>
                      <a:pt x="128413" y="54739"/>
                      <a:pt x="113953" y="42690"/>
                      <a:pt x="90199" y="42690"/>
                    </a:cubicBezTo>
                    <a:cubicBezTo>
                      <a:pt x="77461" y="42690"/>
                      <a:pt x="67132" y="47165"/>
                      <a:pt x="59559" y="55772"/>
                    </a:cubicBezTo>
                    <a:cubicBezTo>
                      <a:pt x="50608" y="67133"/>
                      <a:pt x="47853" y="76084"/>
                      <a:pt x="47853" y="124626"/>
                    </a:cubicBezTo>
                    <a:cubicBezTo>
                      <a:pt x="47853" y="172824"/>
                      <a:pt x="49919" y="182463"/>
                      <a:pt x="59559" y="193824"/>
                    </a:cubicBezTo>
                    <a:cubicBezTo>
                      <a:pt x="66788" y="202431"/>
                      <a:pt x="77117" y="206562"/>
                      <a:pt x="90199" y="206562"/>
                    </a:cubicBezTo>
                    <a:cubicBezTo>
                      <a:pt x="104314" y="206562"/>
                      <a:pt x="115675" y="202087"/>
                      <a:pt x="124282" y="192792"/>
                    </a:cubicBezTo>
                    <a:cubicBezTo>
                      <a:pt x="131511" y="184529"/>
                      <a:pt x="135298" y="173512"/>
                      <a:pt x="135298" y="160086"/>
                    </a:cubicBezTo>
                    <a:lnTo>
                      <a:pt x="135298" y="150790"/>
                    </a:lnTo>
                    <a:lnTo>
                      <a:pt x="90199" y="150790"/>
                    </a:lnTo>
                    <a:lnTo>
                      <a:pt x="90199" y="110855"/>
                    </a:lnTo>
                    <a:lnTo>
                      <a:pt x="182808" y="110855"/>
                    </a:lnTo>
                    <a:lnTo>
                      <a:pt x="182808" y="146659"/>
                    </a:lnTo>
                    <a:cubicBezTo>
                      <a:pt x="182808" y="182463"/>
                      <a:pt x="176266" y="203464"/>
                      <a:pt x="159397" y="221366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B2B6B94B-54D0-EFB2-36F0-CD2DF1BECC9E}"/>
                  </a:ext>
                </a:extLst>
              </p:cNvPr>
              <p:cNvSpPr/>
              <p:nvPr/>
            </p:nvSpPr>
            <p:spPr bwMode="gray">
              <a:xfrm>
                <a:off x="6392072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10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10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86CC58FA-3C6D-F074-DC41-4B67E6EB186E}"/>
                  </a:ext>
                </a:extLst>
              </p:cNvPr>
              <p:cNvSpPr/>
              <p:nvPr/>
            </p:nvSpPr>
            <p:spPr bwMode="gray">
              <a:xfrm>
                <a:off x="6582454" y="3932553"/>
                <a:ext cx="194856" cy="245120"/>
              </a:xfrm>
              <a:custGeom>
                <a:avLst/>
                <a:gdLst>
                  <a:gd name="connsiteX0" fmla="*/ 121183 w 194856"/>
                  <a:gd name="connsiteY0" fmla="*/ 144594 h 245120"/>
                  <a:gd name="connsiteX1" fmla="*/ 121183 w 194856"/>
                  <a:gd name="connsiteY1" fmla="*/ 245121 h 245120"/>
                  <a:gd name="connsiteX2" fmla="*/ 73674 w 194856"/>
                  <a:gd name="connsiteY2" fmla="*/ 245121 h 245120"/>
                  <a:gd name="connsiteX3" fmla="*/ 73674 w 194856"/>
                  <a:gd name="connsiteY3" fmla="*/ 144594 h 245120"/>
                  <a:gd name="connsiteX4" fmla="*/ 0 w 194856"/>
                  <a:gd name="connsiteY4" fmla="*/ 0 h 245120"/>
                  <a:gd name="connsiteX5" fmla="*/ 51985 w 194856"/>
                  <a:gd name="connsiteY5" fmla="*/ 0 h 245120"/>
                  <a:gd name="connsiteX6" fmla="*/ 97773 w 194856"/>
                  <a:gd name="connsiteY6" fmla="*/ 98806 h 245120"/>
                  <a:gd name="connsiteX7" fmla="*/ 142872 w 194856"/>
                  <a:gd name="connsiteY7" fmla="*/ 0 h 245120"/>
                  <a:gd name="connsiteX8" fmla="*/ 194857 w 194856"/>
                  <a:gd name="connsiteY8" fmla="*/ 0 h 245120"/>
                  <a:gd name="connsiteX9" fmla="*/ 121183 w 194856"/>
                  <a:gd name="connsiteY9" fmla="*/ 144594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4856" h="245120">
                    <a:moveTo>
                      <a:pt x="121183" y="144594"/>
                    </a:moveTo>
                    <a:lnTo>
                      <a:pt x="121183" y="245121"/>
                    </a:lnTo>
                    <a:lnTo>
                      <a:pt x="73674" y="245121"/>
                    </a:lnTo>
                    <a:lnTo>
                      <a:pt x="73674" y="144594"/>
                    </a:lnTo>
                    <a:lnTo>
                      <a:pt x="0" y="0"/>
                    </a:lnTo>
                    <a:lnTo>
                      <a:pt x="51985" y="0"/>
                    </a:lnTo>
                    <a:lnTo>
                      <a:pt x="97773" y="98806"/>
                    </a:lnTo>
                    <a:lnTo>
                      <a:pt x="142872" y="0"/>
                    </a:lnTo>
                    <a:lnTo>
                      <a:pt x="194857" y="0"/>
                    </a:lnTo>
                    <a:lnTo>
                      <a:pt x="121183" y="144594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5F66717C-FD7C-79F1-094F-0ECB7393750B}"/>
                  </a:ext>
                </a:extLst>
              </p:cNvPr>
              <p:cNvSpPr/>
              <p:nvPr/>
            </p:nvSpPr>
            <p:spPr bwMode="gray">
              <a:xfrm>
                <a:off x="6795213" y="3930373"/>
                <a:ext cx="180397" cy="249251"/>
              </a:xfrm>
              <a:custGeom>
                <a:avLst/>
                <a:gdLst>
                  <a:gd name="connsiteX0" fmla="*/ 90199 w 180397"/>
                  <a:gd name="connsiteY0" fmla="*/ 249252 h 249251"/>
                  <a:gd name="connsiteX1" fmla="*/ 24099 w 180397"/>
                  <a:gd name="connsiteY1" fmla="*/ 222399 h 249251"/>
                  <a:gd name="connsiteX2" fmla="*/ 4131 w 180397"/>
                  <a:gd name="connsiteY2" fmla="*/ 185562 h 249251"/>
                  <a:gd name="connsiteX3" fmla="*/ 0 w 180397"/>
                  <a:gd name="connsiteY3" fmla="*/ 124626 h 249251"/>
                  <a:gd name="connsiteX4" fmla="*/ 4131 w 180397"/>
                  <a:gd name="connsiteY4" fmla="*/ 63690 h 249251"/>
                  <a:gd name="connsiteX5" fmla="*/ 24099 w 180397"/>
                  <a:gd name="connsiteY5" fmla="*/ 26853 h 249251"/>
                  <a:gd name="connsiteX6" fmla="*/ 90199 w 180397"/>
                  <a:gd name="connsiteY6" fmla="*/ 0 h 249251"/>
                  <a:gd name="connsiteX7" fmla="*/ 180398 w 180397"/>
                  <a:gd name="connsiteY7" fmla="*/ 77461 h 249251"/>
                  <a:gd name="connsiteX8" fmla="*/ 131856 w 180397"/>
                  <a:gd name="connsiteY8" fmla="*/ 77461 h 249251"/>
                  <a:gd name="connsiteX9" fmla="*/ 90543 w 180397"/>
                  <a:gd name="connsiteY9" fmla="*/ 42690 h 249251"/>
                  <a:gd name="connsiteX10" fmla="*/ 59903 w 180397"/>
                  <a:gd name="connsiteY10" fmla="*/ 55427 h 249251"/>
                  <a:gd name="connsiteX11" fmla="*/ 47854 w 180397"/>
                  <a:gd name="connsiteY11" fmla="*/ 124626 h 249251"/>
                  <a:gd name="connsiteX12" fmla="*/ 59903 w 180397"/>
                  <a:gd name="connsiteY12" fmla="*/ 193824 h 249251"/>
                  <a:gd name="connsiteX13" fmla="*/ 90543 w 180397"/>
                  <a:gd name="connsiteY13" fmla="*/ 206562 h 249251"/>
                  <a:gd name="connsiteX14" fmla="*/ 131856 w 180397"/>
                  <a:gd name="connsiteY14" fmla="*/ 171791 h 249251"/>
                  <a:gd name="connsiteX15" fmla="*/ 180398 w 180397"/>
                  <a:gd name="connsiteY15" fmla="*/ 171791 h 249251"/>
                  <a:gd name="connsiteX16" fmla="*/ 90199 w 180397"/>
                  <a:gd name="connsiteY16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397" h="249251">
                    <a:moveTo>
                      <a:pt x="90199" y="249252"/>
                    </a:moveTo>
                    <a:cubicBezTo>
                      <a:pt x="64035" y="249252"/>
                      <a:pt x="42001" y="240301"/>
                      <a:pt x="24099" y="222399"/>
                    </a:cubicBezTo>
                    <a:cubicBezTo>
                      <a:pt x="13427" y="211726"/>
                      <a:pt x="6885" y="199333"/>
                      <a:pt x="4131" y="185562"/>
                    </a:cubicBezTo>
                    <a:cubicBezTo>
                      <a:pt x="1377" y="171791"/>
                      <a:pt x="0" y="151479"/>
                      <a:pt x="0" y="124626"/>
                    </a:cubicBezTo>
                    <a:cubicBezTo>
                      <a:pt x="0" y="97773"/>
                      <a:pt x="1377" y="77461"/>
                      <a:pt x="4131" y="63690"/>
                    </a:cubicBezTo>
                    <a:cubicBezTo>
                      <a:pt x="6885" y="49575"/>
                      <a:pt x="13427" y="37525"/>
                      <a:pt x="24099" y="26853"/>
                    </a:cubicBezTo>
                    <a:cubicBezTo>
                      <a:pt x="42001" y="8951"/>
                      <a:pt x="64035" y="0"/>
                      <a:pt x="90199" y="0"/>
                    </a:cubicBezTo>
                    <a:cubicBezTo>
                      <a:pt x="137364" y="0"/>
                      <a:pt x="172135" y="27542"/>
                      <a:pt x="180398" y="77461"/>
                    </a:cubicBezTo>
                    <a:lnTo>
                      <a:pt x="131856" y="77461"/>
                    </a:lnTo>
                    <a:cubicBezTo>
                      <a:pt x="126692" y="56460"/>
                      <a:pt x="113609" y="42690"/>
                      <a:pt x="90543" y="42690"/>
                    </a:cubicBezTo>
                    <a:cubicBezTo>
                      <a:pt x="77461" y="42690"/>
                      <a:pt x="67133" y="46821"/>
                      <a:pt x="59903" y="55427"/>
                    </a:cubicBezTo>
                    <a:cubicBezTo>
                      <a:pt x="49919" y="66100"/>
                      <a:pt x="47854" y="77117"/>
                      <a:pt x="47854" y="124626"/>
                    </a:cubicBezTo>
                    <a:cubicBezTo>
                      <a:pt x="47854" y="172135"/>
                      <a:pt x="49919" y="183152"/>
                      <a:pt x="59903" y="193824"/>
                    </a:cubicBezTo>
                    <a:cubicBezTo>
                      <a:pt x="67133" y="202431"/>
                      <a:pt x="77461" y="206562"/>
                      <a:pt x="90543" y="206562"/>
                    </a:cubicBezTo>
                    <a:cubicBezTo>
                      <a:pt x="113609" y="206562"/>
                      <a:pt x="126692" y="192791"/>
                      <a:pt x="131856" y="171791"/>
                    </a:cubicBezTo>
                    <a:lnTo>
                      <a:pt x="180398" y="171791"/>
                    </a:lnTo>
                    <a:cubicBezTo>
                      <a:pt x="172135" y="221825"/>
                      <a:pt x="137020" y="249252"/>
                      <a:pt x="90199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47BA09DD-E326-2C68-D22D-63D1EC6FA999}"/>
                  </a:ext>
                </a:extLst>
              </p:cNvPr>
              <p:cNvSpPr/>
              <p:nvPr/>
            </p:nvSpPr>
            <p:spPr bwMode="gray">
              <a:xfrm>
                <a:off x="7016923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4 w 159052"/>
                  <a:gd name="connsiteY2" fmla="*/ 0 h 245120"/>
                  <a:gd name="connsiteX3" fmla="*/ 47854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4" y="0"/>
                    </a:lnTo>
                    <a:lnTo>
                      <a:pt x="47854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4F363482-7C1B-A1AC-A3F9-BC5F21E15BC6}"/>
                  </a:ext>
                </a:extLst>
              </p:cNvPr>
              <p:cNvSpPr/>
              <p:nvPr/>
            </p:nvSpPr>
            <p:spPr bwMode="gray">
              <a:xfrm>
                <a:off x="7214879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4 w 161462"/>
                  <a:gd name="connsiteY4" fmla="*/ 42690 h 245120"/>
                  <a:gd name="connsiteX5" fmla="*/ 47854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4 w 161462"/>
                  <a:gd name="connsiteY8" fmla="*/ 142872 h 245120"/>
                  <a:gd name="connsiteX9" fmla="*/ 47854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lnTo>
                      <a:pt x="47854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4" y="142872"/>
                    </a:lnTo>
                    <a:lnTo>
                      <a:pt x="47854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A6EAC9C7-8896-BEFF-DFA0-D5992DF82D23}"/>
                  </a:ext>
                </a:extLst>
              </p:cNvPr>
              <p:cNvSpPr/>
              <p:nvPr/>
            </p:nvSpPr>
            <p:spPr bwMode="gray">
              <a:xfrm>
                <a:off x="7401129" y="3930373"/>
                <a:ext cx="180397" cy="249251"/>
              </a:xfrm>
              <a:custGeom>
                <a:avLst/>
                <a:gdLst>
                  <a:gd name="connsiteX0" fmla="*/ 89510 w 180397"/>
                  <a:gd name="connsiteY0" fmla="*/ 249252 h 249251"/>
                  <a:gd name="connsiteX1" fmla="*/ 0 w 180397"/>
                  <a:gd name="connsiteY1" fmla="*/ 216890 h 249251"/>
                  <a:gd name="connsiteX2" fmla="*/ 30984 w 180397"/>
                  <a:gd name="connsiteY2" fmla="*/ 185906 h 249251"/>
                  <a:gd name="connsiteX3" fmla="*/ 90199 w 180397"/>
                  <a:gd name="connsiteY3" fmla="*/ 206562 h 249251"/>
                  <a:gd name="connsiteX4" fmla="*/ 133577 w 180397"/>
                  <a:gd name="connsiteY4" fmla="*/ 176267 h 249251"/>
                  <a:gd name="connsiteX5" fmla="*/ 126003 w 180397"/>
                  <a:gd name="connsiteY5" fmla="*/ 155610 h 249251"/>
                  <a:gd name="connsiteX6" fmla="*/ 104314 w 180397"/>
                  <a:gd name="connsiteY6" fmla="*/ 147003 h 249251"/>
                  <a:gd name="connsiteX7" fmla="*/ 74706 w 180397"/>
                  <a:gd name="connsiteY7" fmla="*/ 142872 h 249251"/>
                  <a:gd name="connsiteX8" fmla="*/ 27197 w 180397"/>
                  <a:gd name="connsiteY8" fmla="*/ 122560 h 249251"/>
                  <a:gd name="connsiteX9" fmla="*/ 9640 w 180397"/>
                  <a:gd name="connsiteY9" fmla="*/ 74362 h 249251"/>
                  <a:gd name="connsiteX10" fmla="*/ 95019 w 180397"/>
                  <a:gd name="connsiteY10" fmla="*/ 0 h 249251"/>
                  <a:gd name="connsiteX11" fmla="*/ 174201 w 180397"/>
                  <a:gd name="connsiteY11" fmla="*/ 28574 h 249251"/>
                  <a:gd name="connsiteX12" fmla="*/ 143905 w 180397"/>
                  <a:gd name="connsiteY12" fmla="*/ 58526 h 249251"/>
                  <a:gd name="connsiteX13" fmla="*/ 93642 w 180397"/>
                  <a:gd name="connsiteY13" fmla="*/ 41657 h 249251"/>
                  <a:gd name="connsiteX14" fmla="*/ 55772 w 180397"/>
                  <a:gd name="connsiteY14" fmla="*/ 72641 h 249251"/>
                  <a:gd name="connsiteX15" fmla="*/ 63001 w 180397"/>
                  <a:gd name="connsiteY15" fmla="*/ 90199 h 249251"/>
                  <a:gd name="connsiteX16" fmla="*/ 85723 w 180397"/>
                  <a:gd name="connsiteY16" fmla="*/ 99838 h 249251"/>
                  <a:gd name="connsiteX17" fmla="*/ 114642 w 180397"/>
                  <a:gd name="connsiteY17" fmla="*/ 103970 h 249251"/>
                  <a:gd name="connsiteX18" fmla="*/ 161463 w 180397"/>
                  <a:gd name="connsiteY18" fmla="*/ 122905 h 249251"/>
                  <a:gd name="connsiteX19" fmla="*/ 180398 w 180397"/>
                  <a:gd name="connsiteY19" fmla="*/ 174889 h 249251"/>
                  <a:gd name="connsiteX20" fmla="*/ 89510 w 180397"/>
                  <a:gd name="connsiteY20" fmla="*/ 24925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0397" h="249251">
                    <a:moveTo>
                      <a:pt x="89510" y="249252"/>
                    </a:moveTo>
                    <a:cubicBezTo>
                      <a:pt x="52329" y="249252"/>
                      <a:pt x="24099" y="241334"/>
                      <a:pt x="0" y="216890"/>
                    </a:cubicBezTo>
                    <a:lnTo>
                      <a:pt x="30984" y="185906"/>
                    </a:lnTo>
                    <a:cubicBezTo>
                      <a:pt x="46476" y="201398"/>
                      <a:pt x="67477" y="206562"/>
                      <a:pt x="90199" y="206562"/>
                    </a:cubicBezTo>
                    <a:cubicBezTo>
                      <a:pt x="118429" y="206562"/>
                      <a:pt x="133577" y="195890"/>
                      <a:pt x="133577" y="176267"/>
                    </a:cubicBezTo>
                    <a:cubicBezTo>
                      <a:pt x="133577" y="167660"/>
                      <a:pt x="131167" y="160430"/>
                      <a:pt x="126003" y="155610"/>
                    </a:cubicBezTo>
                    <a:cubicBezTo>
                      <a:pt x="121183" y="151135"/>
                      <a:pt x="115675" y="148725"/>
                      <a:pt x="104314" y="147003"/>
                    </a:cubicBezTo>
                    <a:lnTo>
                      <a:pt x="74706" y="142872"/>
                    </a:lnTo>
                    <a:cubicBezTo>
                      <a:pt x="53706" y="139774"/>
                      <a:pt x="38214" y="133233"/>
                      <a:pt x="27197" y="122560"/>
                    </a:cubicBezTo>
                    <a:cubicBezTo>
                      <a:pt x="15492" y="110855"/>
                      <a:pt x="9640" y="95019"/>
                      <a:pt x="9640" y="74362"/>
                    </a:cubicBezTo>
                    <a:cubicBezTo>
                      <a:pt x="9640" y="30640"/>
                      <a:pt x="42001" y="0"/>
                      <a:pt x="95019" y="0"/>
                    </a:cubicBezTo>
                    <a:cubicBezTo>
                      <a:pt x="128757" y="0"/>
                      <a:pt x="153200" y="8263"/>
                      <a:pt x="174201" y="28574"/>
                    </a:cubicBezTo>
                    <a:lnTo>
                      <a:pt x="143905" y="58526"/>
                    </a:lnTo>
                    <a:cubicBezTo>
                      <a:pt x="128413" y="43722"/>
                      <a:pt x="109822" y="41657"/>
                      <a:pt x="93642" y="41657"/>
                    </a:cubicBezTo>
                    <a:cubicBezTo>
                      <a:pt x="68166" y="41657"/>
                      <a:pt x="55772" y="55772"/>
                      <a:pt x="55772" y="72641"/>
                    </a:cubicBezTo>
                    <a:cubicBezTo>
                      <a:pt x="55772" y="78838"/>
                      <a:pt x="57837" y="85379"/>
                      <a:pt x="63001" y="90199"/>
                    </a:cubicBezTo>
                    <a:cubicBezTo>
                      <a:pt x="67821" y="94674"/>
                      <a:pt x="75739" y="98461"/>
                      <a:pt x="85723" y="99838"/>
                    </a:cubicBezTo>
                    <a:lnTo>
                      <a:pt x="114642" y="103970"/>
                    </a:lnTo>
                    <a:cubicBezTo>
                      <a:pt x="137020" y="107068"/>
                      <a:pt x="151135" y="113265"/>
                      <a:pt x="161463" y="122905"/>
                    </a:cubicBezTo>
                    <a:cubicBezTo>
                      <a:pt x="174545" y="135298"/>
                      <a:pt x="180398" y="153200"/>
                      <a:pt x="180398" y="174889"/>
                    </a:cubicBezTo>
                    <a:cubicBezTo>
                      <a:pt x="180398" y="222514"/>
                      <a:pt x="140807" y="249252"/>
                      <a:pt x="89510" y="249252"/>
                    </a:cubicBez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89010350-699D-6A84-536D-EBAC6A5E3A9B}"/>
                  </a:ext>
                </a:extLst>
              </p:cNvPr>
              <p:cNvSpPr/>
              <p:nvPr/>
            </p:nvSpPr>
            <p:spPr bwMode="gray">
              <a:xfrm>
                <a:off x="7621462" y="4126722"/>
                <a:ext cx="51296" cy="50952"/>
              </a:xfrm>
              <a:custGeom>
                <a:avLst/>
                <a:gdLst>
                  <a:gd name="connsiteX0" fmla="*/ 0 w 51296"/>
                  <a:gd name="connsiteY0" fmla="*/ 50952 h 50952"/>
                  <a:gd name="connsiteX1" fmla="*/ 0 w 51296"/>
                  <a:gd name="connsiteY1" fmla="*/ 0 h 50952"/>
                  <a:gd name="connsiteX2" fmla="*/ 51296 w 51296"/>
                  <a:gd name="connsiteY2" fmla="*/ 0 h 50952"/>
                  <a:gd name="connsiteX3" fmla="*/ 51296 w 51296"/>
                  <a:gd name="connsiteY3" fmla="*/ 50952 h 50952"/>
                  <a:gd name="connsiteX4" fmla="*/ 0 w 51296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6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grpFill/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1114CBA7-591A-9379-EBFD-7298F2845F1F}"/>
                  </a:ext>
                </a:extLst>
              </p:cNvPr>
              <p:cNvSpPr/>
              <p:nvPr/>
            </p:nvSpPr>
            <p:spPr bwMode="gray">
              <a:xfrm>
                <a:off x="7804614" y="3932553"/>
                <a:ext cx="161462" cy="245120"/>
              </a:xfrm>
              <a:custGeom>
                <a:avLst/>
                <a:gdLst>
                  <a:gd name="connsiteX0" fmla="*/ 47853 w 161462"/>
                  <a:gd name="connsiteY0" fmla="*/ 42690 h 245120"/>
                  <a:gd name="connsiteX1" fmla="*/ 47853 w 161462"/>
                  <a:gd name="connsiteY1" fmla="*/ 102937 h 245120"/>
                  <a:gd name="connsiteX2" fmla="*/ 144593 w 161462"/>
                  <a:gd name="connsiteY2" fmla="*/ 102937 h 245120"/>
                  <a:gd name="connsiteX3" fmla="*/ 144593 w 161462"/>
                  <a:gd name="connsiteY3" fmla="*/ 145626 h 245120"/>
                  <a:gd name="connsiteX4" fmla="*/ 47853 w 161462"/>
                  <a:gd name="connsiteY4" fmla="*/ 145626 h 245120"/>
                  <a:gd name="connsiteX5" fmla="*/ 47853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3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3" y="42690"/>
                    </a:moveTo>
                    <a:lnTo>
                      <a:pt x="47853" y="102937"/>
                    </a:lnTo>
                    <a:lnTo>
                      <a:pt x="144593" y="102937"/>
                    </a:lnTo>
                    <a:lnTo>
                      <a:pt x="144593" y="145626"/>
                    </a:lnTo>
                    <a:lnTo>
                      <a:pt x="47853" y="145626"/>
                    </a:lnTo>
                    <a:lnTo>
                      <a:pt x="47853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5" name="Forme libre : forme 54">
                <a:extLst>
                  <a:ext uri="{FF2B5EF4-FFF2-40B4-BE49-F238E27FC236}">
                    <a16:creationId xmlns:a16="http://schemas.microsoft.com/office/drawing/2014/main" id="{EA61589E-E9D9-B15B-2C97-B54BE1A988BE}"/>
                  </a:ext>
                </a:extLst>
              </p:cNvPr>
              <p:cNvSpPr/>
              <p:nvPr/>
            </p:nvSpPr>
            <p:spPr bwMode="gray">
              <a:xfrm>
                <a:off x="7992584" y="3930487"/>
                <a:ext cx="181088" cy="249251"/>
              </a:xfrm>
              <a:custGeom>
                <a:avLst/>
                <a:gdLst>
                  <a:gd name="connsiteX0" fmla="*/ 156645 w 181088"/>
                  <a:gd name="connsiteY0" fmla="*/ 222399 h 249251"/>
                  <a:gd name="connsiteX1" fmla="*/ 90545 w 181088"/>
                  <a:gd name="connsiteY1" fmla="*/ 249252 h 249251"/>
                  <a:gd name="connsiteX2" fmla="*/ 24101 w 181088"/>
                  <a:gd name="connsiteY2" fmla="*/ 222399 h 249251"/>
                  <a:gd name="connsiteX3" fmla="*/ 2 w 181088"/>
                  <a:gd name="connsiteY3" fmla="*/ 124626 h 249251"/>
                  <a:gd name="connsiteX4" fmla="*/ 24101 w 181088"/>
                  <a:gd name="connsiteY4" fmla="*/ 26853 h 249251"/>
                  <a:gd name="connsiteX5" fmla="*/ 90545 w 181088"/>
                  <a:gd name="connsiteY5" fmla="*/ 0 h 249251"/>
                  <a:gd name="connsiteX6" fmla="*/ 156645 w 181088"/>
                  <a:gd name="connsiteY6" fmla="*/ 26853 h 249251"/>
                  <a:gd name="connsiteX7" fmla="*/ 181088 w 181088"/>
                  <a:gd name="connsiteY7" fmla="*/ 124626 h 249251"/>
                  <a:gd name="connsiteX8" fmla="*/ 156645 w 181088"/>
                  <a:gd name="connsiteY8" fmla="*/ 222399 h 249251"/>
                  <a:gd name="connsiteX9" fmla="*/ 121185 w 181088"/>
                  <a:gd name="connsiteY9" fmla="*/ 55772 h 249251"/>
                  <a:gd name="connsiteX10" fmla="*/ 90545 w 181088"/>
                  <a:gd name="connsiteY10" fmla="*/ 42690 h 249251"/>
                  <a:gd name="connsiteX11" fmla="*/ 59561 w 181088"/>
                  <a:gd name="connsiteY11" fmla="*/ 55772 h 249251"/>
                  <a:gd name="connsiteX12" fmla="*/ 47856 w 181088"/>
                  <a:gd name="connsiteY12" fmla="*/ 124626 h 249251"/>
                  <a:gd name="connsiteX13" fmla="*/ 59561 w 181088"/>
                  <a:gd name="connsiteY13" fmla="*/ 193480 h 249251"/>
                  <a:gd name="connsiteX14" fmla="*/ 90545 w 181088"/>
                  <a:gd name="connsiteY14" fmla="*/ 206562 h 249251"/>
                  <a:gd name="connsiteX15" fmla="*/ 121185 w 181088"/>
                  <a:gd name="connsiteY15" fmla="*/ 193480 h 249251"/>
                  <a:gd name="connsiteX16" fmla="*/ 133235 w 181088"/>
                  <a:gd name="connsiteY16" fmla="*/ 124626 h 249251"/>
                  <a:gd name="connsiteX17" fmla="*/ 121185 w 181088"/>
                  <a:gd name="connsiteY17" fmla="*/ 55772 h 2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1088" h="249251">
                    <a:moveTo>
                      <a:pt x="156645" y="222399"/>
                    </a:moveTo>
                    <a:cubicBezTo>
                      <a:pt x="139432" y="239612"/>
                      <a:pt x="118431" y="249252"/>
                      <a:pt x="90545" y="249252"/>
                    </a:cubicBezTo>
                    <a:cubicBezTo>
                      <a:pt x="62659" y="249252"/>
                      <a:pt x="41314" y="239612"/>
                      <a:pt x="24101" y="222399"/>
                    </a:cubicBezTo>
                    <a:cubicBezTo>
                      <a:pt x="-687" y="197611"/>
                      <a:pt x="2" y="166971"/>
                      <a:pt x="2" y="124626"/>
                    </a:cubicBezTo>
                    <a:cubicBezTo>
                      <a:pt x="2" y="82281"/>
                      <a:pt x="-687" y="51641"/>
                      <a:pt x="24101" y="26853"/>
                    </a:cubicBezTo>
                    <a:cubicBezTo>
                      <a:pt x="41314" y="9640"/>
                      <a:pt x="62659" y="0"/>
                      <a:pt x="90545" y="0"/>
                    </a:cubicBezTo>
                    <a:cubicBezTo>
                      <a:pt x="118431" y="0"/>
                      <a:pt x="139432" y="9640"/>
                      <a:pt x="156645" y="26853"/>
                    </a:cubicBezTo>
                    <a:cubicBezTo>
                      <a:pt x="181432" y="51641"/>
                      <a:pt x="181088" y="82281"/>
                      <a:pt x="181088" y="124626"/>
                    </a:cubicBezTo>
                    <a:cubicBezTo>
                      <a:pt x="181088" y="166971"/>
                      <a:pt x="181432" y="197497"/>
                      <a:pt x="156645" y="222399"/>
                    </a:cubicBezTo>
                    <a:close/>
                    <a:moveTo>
                      <a:pt x="121185" y="55772"/>
                    </a:moveTo>
                    <a:cubicBezTo>
                      <a:pt x="114300" y="47854"/>
                      <a:pt x="103627" y="42690"/>
                      <a:pt x="90545" y="42690"/>
                    </a:cubicBezTo>
                    <a:cubicBezTo>
                      <a:pt x="77463" y="42690"/>
                      <a:pt x="66446" y="47854"/>
                      <a:pt x="59561" y="55772"/>
                    </a:cubicBezTo>
                    <a:cubicBezTo>
                      <a:pt x="50265" y="66100"/>
                      <a:pt x="47856" y="77461"/>
                      <a:pt x="47856" y="124626"/>
                    </a:cubicBezTo>
                    <a:cubicBezTo>
                      <a:pt x="47856" y="171791"/>
                      <a:pt x="50265" y="183152"/>
                      <a:pt x="59561" y="193480"/>
                    </a:cubicBezTo>
                    <a:cubicBezTo>
                      <a:pt x="66446" y="201398"/>
                      <a:pt x="77463" y="206562"/>
                      <a:pt x="90545" y="206562"/>
                    </a:cubicBezTo>
                    <a:cubicBezTo>
                      <a:pt x="103627" y="206562"/>
                      <a:pt x="114300" y="201398"/>
                      <a:pt x="121185" y="193480"/>
                    </a:cubicBezTo>
                    <a:cubicBezTo>
                      <a:pt x="130481" y="183152"/>
                      <a:pt x="133235" y="171791"/>
                      <a:pt x="133235" y="124626"/>
                    </a:cubicBezTo>
                    <a:cubicBezTo>
                      <a:pt x="133235" y="77461"/>
                      <a:pt x="130481" y="66100"/>
                      <a:pt x="121185" y="55772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C4FA21D7-5241-6931-8AA4-128DDB3E3EBE}"/>
                  </a:ext>
                </a:extLst>
              </p:cNvPr>
              <p:cNvSpPr/>
              <p:nvPr/>
            </p:nvSpPr>
            <p:spPr bwMode="gray">
              <a:xfrm>
                <a:off x="8222558" y="3932553"/>
                <a:ext cx="185561" cy="245120"/>
              </a:xfrm>
              <a:custGeom>
                <a:avLst/>
                <a:gdLst>
                  <a:gd name="connsiteX0" fmla="*/ 130134 w 185561"/>
                  <a:gd name="connsiteY0" fmla="*/ 245121 h 245120"/>
                  <a:gd name="connsiteX1" fmla="*/ 82281 w 185561"/>
                  <a:gd name="connsiteY1" fmla="*/ 147348 h 245120"/>
                  <a:gd name="connsiteX2" fmla="*/ 47854 w 185561"/>
                  <a:gd name="connsiteY2" fmla="*/ 147348 h 245120"/>
                  <a:gd name="connsiteX3" fmla="*/ 47854 w 185561"/>
                  <a:gd name="connsiteY3" fmla="*/ 245121 h 245120"/>
                  <a:gd name="connsiteX4" fmla="*/ 0 w 185561"/>
                  <a:gd name="connsiteY4" fmla="*/ 245121 h 245120"/>
                  <a:gd name="connsiteX5" fmla="*/ 0 w 185561"/>
                  <a:gd name="connsiteY5" fmla="*/ 0 h 245120"/>
                  <a:gd name="connsiteX6" fmla="*/ 96051 w 185561"/>
                  <a:gd name="connsiteY6" fmla="*/ 0 h 245120"/>
                  <a:gd name="connsiteX7" fmla="*/ 175578 w 185561"/>
                  <a:gd name="connsiteY7" fmla="*/ 75051 h 245120"/>
                  <a:gd name="connsiteX8" fmla="*/ 130823 w 185561"/>
                  <a:gd name="connsiteY8" fmla="*/ 139430 h 245120"/>
                  <a:gd name="connsiteX9" fmla="*/ 185562 w 185561"/>
                  <a:gd name="connsiteY9" fmla="*/ 245121 h 245120"/>
                  <a:gd name="connsiteX10" fmla="*/ 130134 w 185561"/>
                  <a:gd name="connsiteY10" fmla="*/ 245121 h 245120"/>
                  <a:gd name="connsiteX11" fmla="*/ 92953 w 185561"/>
                  <a:gd name="connsiteY11" fmla="*/ 42690 h 245120"/>
                  <a:gd name="connsiteX12" fmla="*/ 47854 w 185561"/>
                  <a:gd name="connsiteY12" fmla="*/ 42690 h 245120"/>
                  <a:gd name="connsiteX13" fmla="*/ 47854 w 185561"/>
                  <a:gd name="connsiteY13" fmla="*/ 107412 h 245120"/>
                  <a:gd name="connsiteX14" fmla="*/ 92953 w 185561"/>
                  <a:gd name="connsiteY14" fmla="*/ 107412 h 245120"/>
                  <a:gd name="connsiteX15" fmla="*/ 127724 w 185561"/>
                  <a:gd name="connsiteY15" fmla="*/ 75051 h 245120"/>
                  <a:gd name="connsiteX16" fmla="*/ 92953 w 185561"/>
                  <a:gd name="connsiteY16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5561" h="245120">
                    <a:moveTo>
                      <a:pt x="130134" y="245121"/>
                    </a:moveTo>
                    <a:lnTo>
                      <a:pt x="82281" y="147348"/>
                    </a:lnTo>
                    <a:lnTo>
                      <a:pt x="47854" y="147348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96051" y="0"/>
                    </a:lnTo>
                    <a:cubicBezTo>
                      <a:pt x="145971" y="0"/>
                      <a:pt x="175578" y="34083"/>
                      <a:pt x="175578" y="75051"/>
                    </a:cubicBezTo>
                    <a:cubicBezTo>
                      <a:pt x="175578" y="109478"/>
                      <a:pt x="154577" y="130823"/>
                      <a:pt x="130823" y="139430"/>
                    </a:cubicBezTo>
                    <a:lnTo>
                      <a:pt x="185562" y="245121"/>
                    </a:lnTo>
                    <a:lnTo>
                      <a:pt x="130134" y="245121"/>
                    </a:lnTo>
                    <a:close/>
                    <a:moveTo>
                      <a:pt x="92953" y="42690"/>
                    </a:moveTo>
                    <a:lnTo>
                      <a:pt x="47854" y="42690"/>
                    </a:lnTo>
                    <a:lnTo>
                      <a:pt x="47854" y="107412"/>
                    </a:lnTo>
                    <a:lnTo>
                      <a:pt x="92953" y="107412"/>
                    </a:lnTo>
                    <a:cubicBezTo>
                      <a:pt x="113953" y="107412"/>
                      <a:pt x="127724" y="93986"/>
                      <a:pt x="127724" y="75051"/>
                    </a:cubicBezTo>
                    <a:cubicBezTo>
                      <a:pt x="127724" y="56116"/>
                      <a:pt x="113953" y="42690"/>
                      <a:pt x="92953" y="42690"/>
                    </a:cubicBez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B874A7A0-51AD-7F2E-1B1E-E4F363BA5EDE}"/>
                  </a:ext>
                </a:extLst>
              </p:cNvPr>
              <p:cNvSpPr/>
              <p:nvPr/>
            </p:nvSpPr>
            <p:spPr bwMode="gray">
              <a:xfrm>
                <a:off x="8527582" y="3932553"/>
                <a:ext cx="159052" cy="245120"/>
              </a:xfrm>
              <a:custGeom>
                <a:avLst/>
                <a:gdLst>
                  <a:gd name="connsiteX0" fmla="*/ 0 w 159052"/>
                  <a:gd name="connsiteY0" fmla="*/ 245121 h 245120"/>
                  <a:gd name="connsiteX1" fmla="*/ 0 w 159052"/>
                  <a:gd name="connsiteY1" fmla="*/ 0 h 245120"/>
                  <a:gd name="connsiteX2" fmla="*/ 47853 w 159052"/>
                  <a:gd name="connsiteY2" fmla="*/ 0 h 245120"/>
                  <a:gd name="connsiteX3" fmla="*/ 47853 w 159052"/>
                  <a:gd name="connsiteY3" fmla="*/ 202431 h 245120"/>
                  <a:gd name="connsiteX4" fmla="*/ 159053 w 159052"/>
                  <a:gd name="connsiteY4" fmla="*/ 202431 h 245120"/>
                  <a:gd name="connsiteX5" fmla="*/ 159053 w 159052"/>
                  <a:gd name="connsiteY5" fmla="*/ 245121 h 245120"/>
                  <a:gd name="connsiteX6" fmla="*/ 0 w 159052"/>
                  <a:gd name="connsiteY6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05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02431"/>
                    </a:lnTo>
                    <a:lnTo>
                      <a:pt x="159053" y="202431"/>
                    </a:lnTo>
                    <a:lnTo>
                      <a:pt x="1590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5EA5013B-D46E-CD95-6610-317C785B4B65}"/>
                  </a:ext>
                </a:extLst>
              </p:cNvPr>
              <p:cNvSpPr/>
              <p:nvPr/>
            </p:nvSpPr>
            <p:spPr bwMode="gray">
              <a:xfrm>
                <a:off x="8725538" y="3932553"/>
                <a:ext cx="47853" cy="245120"/>
              </a:xfrm>
              <a:custGeom>
                <a:avLst/>
                <a:gdLst>
                  <a:gd name="connsiteX0" fmla="*/ 0 w 47853"/>
                  <a:gd name="connsiteY0" fmla="*/ 245121 h 245120"/>
                  <a:gd name="connsiteX1" fmla="*/ 0 w 47853"/>
                  <a:gd name="connsiteY1" fmla="*/ 0 h 245120"/>
                  <a:gd name="connsiteX2" fmla="*/ 47853 w 47853"/>
                  <a:gd name="connsiteY2" fmla="*/ 0 h 245120"/>
                  <a:gd name="connsiteX3" fmla="*/ 47853 w 47853"/>
                  <a:gd name="connsiteY3" fmla="*/ 245121 h 245120"/>
                  <a:gd name="connsiteX4" fmla="*/ 0 w 47853"/>
                  <a:gd name="connsiteY4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3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47853" y="0"/>
                    </a:lnTo>
                    <a:lnTo>
                      <a:pt x="4785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3B3601C7-E149-F1FA-266F-013117ED283B}"/>
                  </a:ext>
                </a:extLst>
              </p:cNvPr>
              <p:cNvSpPr/>
              <p:nvPr/>
            </p:nvSpPr>
            <p:spPr bwMode="gray">
              <a:xfrm>
                <a:off x="8830540" y="3932553"/>
                <a:ext cx="161462" cy="245120"/>
              </a:xfrm>
              <a:custGeom>
                <a:avLst/>
                <a:gdLst>
                  <a:gd name="connsiteX0" fmla="*/ 47854 w 161462"/>
                  <a:gd name="connsiteY0" fmla="*/ 42690 h 245120"/>
                  <a:gd name="connsiteX1" fmla="*/ 47854 w 161462"/>
                  <a:gd name="connsiteY1" fmla="*/ 102937 h 245120"/>
                  <a:gd name="connsiteX2" fmla="*/ 144594 w 161462"/>
                  <a:gd name="connsiteY2" fmla="*/ 102937 h 245120"/>
                  <a:gd name="connsiteX3" fmla="*/ 144594 w 161462"/>
                  <a:gd name="connsiteY3" fmla="*/ 145626 h 245120"/>
                  <a:gd name="connsiteX4" fmla="*/ 47854 w 161462"/>
                  <a:gd name="connsiteY4" fmla="*/ 145626 h 245120"/>
                  <a:gd name="connsiteX5" fmla="*/ 47854 w 161462"/>
                  <a:gd name="connsiteY5" fmla="*/ 245121 h 245120"/>
                  <a:gd name="connsiteX6" fmla="*/ 0 w 161462"/>
                  <a:gd name="connsiteY6" fmla="*/ 245121 h 245120"/>
                  <a:gd name="connsiteX7" fmla="*/ 0 w 161462"/>
                  <a:gd name="connsiteY7" fmla="*/ 0 h 245120"/>
                  <a:gd name="connsiteX8" fmla="*/ 161463 w 161462"/>
                  <a:gd name="connsiteY8" fmla="*/ 0 h 245120"/>
                  <a:gd name="connsiteX9" fmla="*/ 161463 w 161462"/>
                  <a:gd name="connsiteY9" fmla="*/ 42690 h 245120"/>
                  <a:gd name="connsiteX10" fmla="*/ 47854 w 161462"/>
                  <a:gd name="connsiteY10" fmla="*/ 42690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1462" h="245120">
                    <a:moveTo>
                      <a:pt x="47854" y="42690"/>
                    </a:moveTo>
                    <a:lnTo>
                      <a:pt x="47854" y="102937"/>
                    </a:lnTo>
                    <a:lnTo>
                      <a:pt x="144594" y="102937"/>
                    </a:lnTo>
                    <a:lnTo>
                      <a:pt x="144594" y="145626"/>
                    </a:lnTo>
                    <a:lnTo>
                      <a:pt x="47854" y="145626"/>
                    </a:lnTo>
                    <a:lnTo>
                      <a:pt x="47854" y="245121"/>
                    </a:lnTo>
                    <a:lnTo>
                      <a:pt x="0" y="245121"/>
                    </a:ln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4" y="42690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C2BE7C10-A218-2058-BE78-D039A1C6DAF2}"/>
                  </a:ext>
                </a:extLst>
              </p:cNvPr>
              <p:cNvSpPr/>
              <p:nvPr/>
            </p:nvSpPr>
            <p:spPr bwMode="gray">
              <a:xfrm>
                <a:off x="9033660" y="3932553"/>
                <a:ext cx="161462" cy="245120"/>
              </a:xfrm>
              <a:custGeom>
                <a:avLst/>
                <a:gdLst>
                  <a:gd name="connsiteX0" fmla="*/ 0 w 161462"/>
                  <a:gd name="connsiteY0" fmla="*/ 245121 h 245120"/>
                  <a:gd name="connsiteX1" fmla="*/ 0 w 161462"/>
                  <a:gd name="connsiteY1" fmla="*/ 0 h 245120"/>
                  <a:gd name="connsiteX2" fmla="*/ 161463 w 161462"/>
                  <a:gd name="connsiteY2" fmla="*/ 0 h 245120"/>
                  <a:gd name="connsiteX3" fmla="*/ 161463 w 161462"/>
                  <a:gd name="connsiteY3" fmla="*/ 42690 h 245120"/>
                  <a:gd name="connsiteX4" fmla="*/ 47853 w 161462"/>
                  <a:gd name="connsiteY4" fmla="*/ 42690 h 245120"/>
                  <a:gd name="connsiteX5" fmla="*/ 47853 w 161462"/>
                  <a:gd name="connsiteY5" fmla="*/ 100183 h 245120"/>
                  <a:gd name="connsiteX6" fmla="*/ 144594 w 161462"/>
                  <a:gd name="connsiteY6" fmla="*/ 100183 h 245120"/>
                  <a:gd name="connsiteX7" fmla="*/ 144594 w 161462"/>
                  <a:gd name="connsiteY7" fmla="*/ 142872 h 245120"/>
                  <a:gd name="connsiteX8" fmla="*/ 47853 w 161462"/>
                  <a:gd name="connsiteY8" fmla="*/ 142872 h 245120"/>
                  <a:gd name="connsiteX9" fmla="*/ 47853 w 161462"/>
                  <a:gd name="connsiteY9" fmla="*/ 202431 h 245120"/>
                  <a:gd name="connsiteX10" fmla="*/ 161463 w 161462"/>
                  <a:gd name="connsiteY10" fmla="*/ 202431 h 245120"/>
                  <a:gd name="connsiteX11" fmla="*/ 161463 w 161462"/>
                  <a:gd name="connsiteY11" fmla="*/ 245121 h 245120"/>
                  <a:gd name="connsiteX12" fmla="*/ 0 w 161462"/>
                  <a:gd name="connsiteY12" fmla="*/ 245121 h 245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1462" h="245120">
                    <a:moveTo>
                      <a:pt x="0" y="245121"/>
                    </a:moveTo>
                    <a:lnTo>
                      <a:pt x="0" y="0"/>
                    </a:lnTo>
                    <a:lnTo>
                      <a:pt x="161463" y="0"/>
                    </a:lnTo>
                    <a:lnTo>
                      <a:pt x="161463" y="42690"/>
                    </a:lnTo>
                    <a:lnTo>
                      <a:pt x="47853" y="42690"/>
                    </a:lnTo>
                    <a:lnTo>
                      <a:pt x="47853" y="100183"/>
                    </a:lnTo>
                    <a:lnTo>
                      <a:pt x="144594" y="100183"/>
                    </a:lnTo>
                    <a:lnTo>
                      <a:pt x="144594" y="142872"/>
                    </a:lnTo>
                    <a:lnTo>
                      <a:pt x="47853" y="142872"/>
                    </a:lnTo>
                    <a:lnTo>
                      <a:pt x="47853" y="202431"/>
                    </a:lnTo>
                    <a:lnTo>
                      <a:pt x="161463" y="202431"/>
                    </a:lnTo>
                    <a:lnTo>
                      <a:pt x="161463" y="245121"/>
                    </a:lnTo>
                    <a:lnTo>
                      <a:pt x="0" y="245121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05D0E20F-74E7-271E-C141-7E14DA69A6B0}"/>
                  </a:ext>
                </a:extLst>
              </p:cNvPr>
              <p:cNvSpPr/>
              <p:nvPr/>
            </p:nvSpPr>
            <p:spPr bwMode="gray">
              <a:xfrm>
                <a:off x="9236779" y="4126722"/>
                <a:ext cx="51295" cy="50952"/>
              </a:xfrm>
              <a:custGeom>
                <a:avLst/>
                <a:gdLst>
                  <a:gd name="connsiteX0" fmla="*/ 0 w 51295"/>
                  <a:gd name="connsiteY0" fmla="*/ 50952 h 50952"/>
                  <a:gd name="connsiteX1" fmla="*/ 0 w 51295"/>
                  <a:gd name="connsiteY1" fmla="*/ 0 h 50952"/>
                  <a:gd name="connsiteX2" fmla="*/ 51296 w 51295"/>
                  <a:gd name="connsiteY2" fmla="*/ 0 h 50952"/>
                  <a:gd name="connsiteX3" fmla="*/ 51296 w 51295"/>
                  <a:gd name="connsiteY3" fmla="*/ 50952 h 50952"/>
                  <a:gd name="connsiteX4" fmla="*/ 0 w 51295"/>
                  <a:gd name="connsiteY4" fmla="*/ 50952 h 50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295" h="50952">
                    <a:moveTo>
                      <a:pt x="0" y="50952"/>
                    </a:moveTo>
                    <a:lnTo>
                      <a:pt x="0" y="0"/>
                    </a:lnTo>
                    <a:lnTo>
                      <a:pt x="51296" y="0"/>
                    </a:lnTo>
                    <a:lnTo>
                      <a:pt x="51296" y="50952"/>
                    </a:lnTo>
                    <a:lnTo>
                      <a:pt x="0" y="50952"/>
                    </a:lnTo>
                    <a:close/>
                  </a:path>
                </a:pathLst>
              </a:custGeom>
              <a:solidFill>
                <a:schemeClr val="tx2"/>
              </a:solidFill>
              <a:ln w="114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800" noProof="0"/>
              </a:p>
            </p:txBody>
          </p:sp>
        </p:grpSp>
      </p:grp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5A8DB1-9157-002F-6C5A-C565D97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2C506F-60E2-49FE-B5EE-110806C1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2C1191-E647-C962-4270-EEECAFFE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noFill/>
          <a:ln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70" name="Espace réservé du texte 68">
            <a:extLst>
              <a:ext uri="{FF2B5EF4-FFF2-40B4-BE49-F238E27FC236}">
                <a16:creationId xmlns:a16="http://schemas.microsoft.com/office/drawing/2014/main" id="{F6DC4582-0E31-7D69-C480-EB5B84F47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7610841" y="5911212"/>
            <a:ext cx="3619500" cy="414049"/>
          </a:xfrm>
        </p:spPr>
        <p:txBody>
          <a:bodyPr anchor="b" anchorCtr="0"/>
          <a:lstStyle>
            <a:lvl1pPr algn="r">
              <a:spcAft>
                <a:spcPts val="0"/>
              </a:spcAft>
              <a:defRPr sz="1500" b="0" u="sng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suez.com</a:t>
            </a:r>
          </a:p>
        </p:txBody>
      </p:sp>
    </p:spTree>
    <p:extLst>
      <p:ext uri="{BB962C8B-B14F-4D97-AF65-F5344CB8AC3E}">
        <p14:creationId xmlns:p14="http://schemas.microsoft.com/office/powerpoint/2010/main" val="375635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4A385-BCE5-6333-12BE-E8D2C91D55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8BBF6-EF5C-CDD9-97EB-F3A6FB0A48B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5595-7E16-EDB0-628A-6C484692DB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B31F6-5186-18AE-D13B-34CA6021EE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90246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64562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E5E76-568D-B5AA-658A-AE154F52174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04928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2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que 4">
            <a:extLst>
              <a:ext uri="{FF2B5EF4-FFF2-40B4-BE49-F238E27FC236}">
                <a16:creationId xmlns:a16="http://schemas.microsoft.com/office/drawing/2014/main" id="{5C5A1B0B-0883-4FA1-B3A7-E9C58A8EE5CF}"/>
              </a:ext>
            </a:extLst>
          </p:cNvPr>
          <p:cNvSpPr/>
          <p:nvPr userDrawn="1"/>
        </p:nvSpPr>
        <p:spPr>
          <a:xfrm>
            <a:off x="-70881" y="3156150"/>
            <a:ext cx="12315745" cy="3701852"/>
          </a:xfrm>
          <a:custGeom>
            <a:avLst/>
            <a:gdLst>
              <a:gd name="connsiteX0" fmla="*/ 0 w 6858000"/>
              <a:gd name="connsiteY0" fmla="*/ 0 h 2233421"/>
              <a:gd name="connsiteX1" fmla="*/ 6763 w 6858000"/>
              <a:gd name="connsiteY1" fmla="*/ 2233422 h 2233421"/>
              <a:gd name="connsiteX2" fmla="*/ 6851237 w 6858000"/>
              <a:gd name="connsiteY2" fmla="*/ 2233422 h 2233421"/>
              <a:gd name="connsiteX3" fmla="*/ 6858000 w 6858000"/>
              <a:gd name="connsiteY3" fmla="*/ 264605 h 2233421"/>
              <a:gd name="connsiteX4" fmla="*/ 0 w 6858000"/>
              <a:gd name="connsiteY4" fmla="*/ 0 h 2233421"/>
              <a:gd name="connsiteX5" fmla="*/ 0 w 6858000"/>
              <a:gd name="connsiteY5" fmla="*/ 0 h 223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8000" h="2233421">
                <a:moveTo>
                  <a:pt x="0" y="0"/>
                </a:moveTo>
                <a:lnTo>
                  <a:pt x="6763" y="2233422"/>
                </a:lnTo>
                <a:lnTo>
                  <a:pt x="6851237" y="2233422"/>
                </a:lnTo>
                <a:lnTo>
                  <a:pt x="6858000" y="264605"/>
                </a:lnTo>
                <a:cubicBezTo>
                  <a:pt x="4225005" y="230696"/>
                  <a:pt x="2977801" y="10192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00" r="54"/>
            </a:stretch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3200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35AE82B0-4355-4E01-A27E-88B0453171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6019800"/>
            <a:ext cx="1636517" cy="520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211" y="421428"/>
            <a:ext cx="8574156" cy="1079055"/>
          </a:xfrm>
        </p:spPr>
        <p:txBody>
          <a:bodyPr anchor="b">
            <a:noAutofit/>
          </a:bodyPr>
          <a:lstStyle>
            <a:lvl1pPr algn="l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209" y="1830809"/>
            <a:ext cx="6640107" cy="3889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0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3D6059A-C38F-6347-B3CC-676991E4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3239EE6-15B5-F546-B021-7AF7DB7D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17C272F-FE32-E843-83C0-7ABF6FE31D10}" type="slidenum">
              <a:rPr lang="fr-FR" smtClean="0"/>
              <a:pPr rtl="0"/>
              <a:t>‹N°›</a:t>
            </a:fld>
            <a:endParaRPr lang="fr-FR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3262BD4-3F4E-4C8E-A5E6-A45960F4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4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en-gb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batim 1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306E1105-F7D1-D043-8D42-F891DF8D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0FD80F-C131-8B47-AF36-6A7CA37C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6FCC177-310E-D045-A9FB-D4818244A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A536A1A-FB71-4648-B01C-A8E3027D632E}"/>
              </a:ext>
            </a:extLst>
          </p:cNvPr>
          <p:cNvCxnSpPr/>
          <p:nvPr userDrawn="1"/>
        </p:nvCxnSpPr>
        <p:spPr>
          <a:xfrm>
            <a:off x="1032933" y="6489700"/>
            <a:ext cx="0" cy="10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468C8D5-47A5-2A4E-BCAA-021B39AD54F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97204" y="2229908"/>
            <a:ext cx="7912195" cy="31480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733"/>
              </a:lnSpc>
              <a:spcBef>
                <a:spcPts val="0"/>
              </a:spcBef>
              <a:defRPr lang="fr-FR" sz="3200" b="1" i="0" kern="1200" cap="none" baseline="0" dirty="0">
                <a:solidFill>
                  <a:schemeClr val="tx2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466" indent="0">
              <a:lnSpc>
                <a:spcPts val="2133"/>
              </a:lnSpc>
              <a:spcBef>
                <a:spcPts val="267"/>
              </a:spcBef>
              <a:buFont typeface="Arial" panose="020B0604020202020204" pitchFamily="34" charset="0"/>
              <a:buNone/>
              <a:defRPr sz="2000" b="0" i="0" cap="none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407844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AD005C-F333-C0C6-C07B-966BDEBB09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B01AF496-B4C5-841F-EA17-ADBF1160C434}"/>
              </a:ext>
            </a:extLst>
          </p:cNvPr>
          <p:cNvGrpSpPr/>
          <p:nvPr userDrawn="1"/>
        </p:nvGrpSpPr>
        <p:grpSpPr>
          <a:xfrm>
            <a:off x="9375495" y="5909196"/>
            <a:ext cx="2231288" cy="556803"/>
            <a:chOff x="4986358" y="5814666"/>
            <a:chExt cx="2231288" cy="556803"/>
          </a:xfrm>
          <a:solidFill>
            <a:schemeClr val="bg1"/>
          </a:solidFill>
        </p:grpSpPr>
        <p:sp>
          <p:nvSpPr>
            <p:cNvPr id="55" name="Forme libre : forme 54">
              <a:extLst>
                <a:ext uri="{FF2B5EF4-FFF2-40B4-BE49-F238E27FC236}">
                  <a16:creationId xmlns:a16="http://schemas.microsoft.com/office/drawing/2014/main" id="{055D5BD5-22A3-8582-81BB-94D0E74EFD50}"/>
                </a:ext>
              </a:extLst>
            </p:cNvPr>
            <p:cNvSpPr/>
            <p:nvPr/>
          </p:nvSpPr>
          <p:spPr>
            <a:xfrm>
              <a:off x="5990295" y="5934298"/>
              <a:ext cx="1227351" cy="308046"/>
            </a:xfrm>
            <a:custGeom>
              <a:avLst/>
              <a:gdLst>
                <a:gd name="connsiteX0" fmla="*/ 220028 w 1227351"/>
                <a:gd name="connsiteY0" fmla="*/ 153995 h 308046"/>
                <a:gd name="connsiteX1" fmla="*/ 72473 w 1227351"/>
                <a:gd name="connsiteY1" fmla="*/ 99953 h 308046"/>
                <a:gd name="connsiteX2" fmla="*/ 59760 w 1227351"/>
                <a:gd name="connsiteY2" fmla="*/ 81550 h 308046"/>
                <a:gd name="connsiteX3" fmla="*/ 79468 w 1227351"/>
                <a:gd name="connsiteY3" fmla="*/ 61842 h 308046"/>
                <a:gd name="connsiteX4" fmla="*/ 239625 w 1227351"/>
                <a:gd name="connsiteY4" fmla="*/ 61842 h 308046"/>
                <a:gd name="connsiteX5" fmla="*/ 239625 w 1227351"/>
                <a:gd name="connsiteY5" fmla="*/ 3941 h 308046"/>
                <a:gd name="connsiteX6" fmla="*/ 77830 w 1227351"/>
                <a:gd name="connsiteY6" fmla="*/ 3941 h 308046"/>
                <a:gd name="connsiteX7" fmla="*/ 250 w 1227351"/>
                <a:gd name="connsiteY7" fmla="*/ 81550 h 308046"/>
                <a:gd name="connsiteX8" fmla="*/ 50129 w 1227351"/>
                <a:gd name="connsiteY8" fmla="*/ 154051 h 308046"/>
                <a:gd name="connsiteX9" fmla="*/ 197684 w 1227351"/>
                <a:gd name="connsiteY9" fmla="*/ 208094 h 308046"/>
                <a:gd name="connsiteX10" fmla="*/ 210397 w 1227351"/>
                <a:gd name="connsiteY10" fmla="*/ 226524 h 308046"/>
                <a:gd name="connsiteX11" fmla="*/ 190690 w 1227351"/>
                <a:gd name="connsiteY11" fmla="*/ 246204 h 308046"/>
                <a:gd name="connsiteX12" fmla="*/ 0 w 1227351"/>
                <a:gd name="connsiteY12" fmla="*/ 246204 h 308046"/>
                <a:gd name="connsiteX13" fmla="*/ 0 w 1227351"/>
                <a:gd name="connsiteY13" fmla="*/ 304077 h 308046"/>
                <a:gd name="connsiteX14" fmla="*/ 192355 w 1227351"/>
                <a:gd name="connsiteY14" fmla="*/ 304077 h 308046"/>
                <a:gd name="connsiteX15" fmla="*/ 271573 w 1227351"/>
                <a:gd name="connsiteY15" fmla="*/ 226496 h 308046"/>
                <a:gd name="connsiteX16" fmla="*/ 220056 w 1227351"/>
                <a:gd name="connsiteY16" fmla="*/ 153995 h 308046"/>
                <a:gd name="connsiteX17" fmla="*/ 1036635 w 1227351"/>
                <a:gd name="connsiteY17" fmla="*/ 246176 h 308046"/>
                <a:gd name="connsiteX18" fmla="*/ 1016927 w 1227351"/>
                <a:gd name="connsiteY18" fmla="*/ 226496 h 308046"/>
                <a:gd name="connsiteX19" fmla="*/ 1029640 w 1227351"/>
                <a:gd name="connsiteY19" fmla="*/ 208066 h 308046"/>
                <a:gd name="connsiteX20" fmla="*/ 1177195 w 1227351"/>
                <a:gd name="connsiteY20" fmla="*/ 154023 h 308046"/>
                <a:gd name="connsiteX21" fmla="*/ 1227075 w 1227351"/>
                <a:gd name="connsiteY21" fmla="*/ 81522 h 308046"/>
                <a:gd name="connsiteX22" fmla="*/ 1149494 w 1227351"/>
                <a:gd name="connsiteY22" fmla="*/ 3914 h 308046"/>
                <a:gd name="connsiteX23" fmla="*/ 987672 w 1227351"/>
                <a:gd name="connsiteY23" fmla="*/ 3914 h 308046"/>
                <a:gd name="connsiteX24" fmla="*/ 987672 w 1227351"/>
                <a:gd name="connsiteY24" fmla="*/ 61815 h 308046"/>
                <a:gd name="connsiteX25" fmla="*/ 1147856 w 1227351"/>
                <a:gd name="connsiteY25" fmla="*/ 61815 h 308046"/>
                <a:gd name="connsiteX26" fmla="*/ 1167564 w 1227351"/>
                <a:gd name="connsiteY26" fmla="*/ 81522 h 308046"/>
                <a:gd name="connsiteX27" fmla="*/ 1154879 w 1227351"/>
                <a:gd name="connsiteY27" fmla="*/ 99925 h 308046"/>
                <a:gd name="connsiteX28" fmla="*/ 1007323 w 1227351"/>
                <a:gd name="connsiteY28" fmla="*/ 153968 h 308046"/>
                <a:gd name="connsiteX29" fmla="*/ 955807 w 1227351"/>
                <a:gd name="connsiteY29" fmla="*/ 226469 h 308046"/>
                <a:gd name="connsiteX30" fmla="*/ 1035025 w 1227351"/>
                <a:gd name="connsiteY30" fmla="*/ 304049 h 308046"/>
                <a:gd name="connsiteX31" fmla="*/ 1227352 w 1227351"/>
                <a:gd name="connsiteY31" fmla="*/ 304049 h 308046"/>
                <a:gd name="connsiteX32" fmla="*/ 1227352 w 1227351"/>
                <a:gd name="connsiteY32" fmla="*/ 246176 h 308046"/>
                <a:gd name="connsiteX33" fmla="*/ 1036662 w 1227351"/>
                <a:gd name="connsiteY33" fmla="*/ 246176 h 308046"/>
                <a:gd name="connsiteX34" fmla="*/ 513418 w 1227351"/>
                <a:gd name="connsiteY34" fmla="*/ 183140 h 308046"/>
                <a:gd name="connsiteX35" fmla="*/ 443832 w 1227351"/>
                <a:gd name="connsiteY35" fmla="*/ 252088 h 308046"/>
                <a:gd name="connsiteX36" fmla="*/ 374218 w 1227351"/>
                <a:gd name="connsiteY36" fmla="*/ 183140 h 308046"/>
                <a:gd name="connsiteX37" fmla="*/ 374218 w 1227351"/>
                <a:gd name="connsiteY37" fmla="*/ 3941 h 308046"/>
                <a:gd name="connsiteX38" fmla="*/ 311210 w 1227351"/>
                <a:gd name="connsiteY38" fmla="*/ 3941 h 308046"/>
                <a:gd name="connsiteX39" fmla="*/ 311210 w 1227351"/>
                <a:gd name="connsiteY39" fmla="*/ 187331 h 308046"/>
                <a:gd name="connsiteX40" fmla="*/ 443832 w 1227351"/>
                <a:gd name="connsiteY40" fmla="*/ 308019 h 308046"/>
                <a:gd name="connsiteX41" fmla="*/ 576426 w 1227351"/>
                <a:gd name="connsiteY41" fmla="*/ 187331 h 308046"/>
                <a:gd name="connsiteX42" fmla="*/ 576426 w 1227351"/>
                <a:gd name="connsiteY42" fmla="*/ 3941 h 308046"/>
                <a:gd name="connsiteX43" fmla="*/ 513418 w 1227351"/>
                <a:gd name="connsiteY43" fmla="*/ 3941 h 308046"/>
                <a:gd name="connsiteX44" fmla="*/ 513418 w 1227351"/>
                <a:gd name="connsiteY44" fmla="*/ 183140 h 308046"/>
                <a:gd name="connsiteX45" fmla="*/ 778996 w 1227351"/>
                <a:gd name="connsiteY45" fmla="*/ 0 h 308046"/>
                <a:gd name="connsiteX46" fmla="*/ 623974 w 1227351"/>
                <a:gd name="connsiteY46" fmla="*/ 154023 h 308046"/>
                <a:gd name="connsiteX47" fmla="*/ 778996 w 1227351"/>
                <a:gd name="connsiteY47" fmla="*/ 308046 h 308046"/>
                <a:gd name="connsiteX48" fmla="*/ 907732 w 1227351"/>
                <a:gd name="connsiteY48" fmla="*/ 248064 h 308046"/>
                <a:gd name="connsiteX49" fmla="*/ 859518 w 1227351"/>
                <a:gd name="connsiteY49" fmla="*/ 213728 h 308046"/>
                <a:gd name="connsiteX50" fmla="*/ 778968 w 1227351"/>
                <a:gd name="connsiteY50" fmla="*/ 253670 h 308046"/>
                <a:gd name="connsiteX51" fmla="*/ 687648 w 1227351"/>
                <a:gd name="connsiteY51" fmla="*/ 175674 h 308046"/>
                <a:gd name="connsiteX52" fmla="*/ 929271 w 1227351"/>
                <a:gd name="connsiteY52" fmla="*/ 175674 h 308046"/>
                <a:gd name="connsiteX53" fmla="*/ 930798 w 1227351"/>
                <a:gd name="connsiteY53" fmla="*/ 154023 h 308046"/>
                <a:gd name="connsiteX54" fmla="*/ 778968 w 1227351"/>
                <a:gd name="connsiteY54" fmla="*/ 0 h 308046"/>
                <a:gd name="connsiteX55" fmla="*/ 689119 w 1227351"/>
                <a:gd name="connsiteY55" fmla="*/ 125878 h 308046"/>
                <a:gd name="connsiteX56" fmla="*/ 778940 w 1227351"/>
                <a:gd name="connsiteY56" fmla="*/ 53987 h 308046"/>
                <a:gd name="connsiteX57" fmla="*/ 868761 w 1227351"/>
                <a:gd name="connsiteY57" fmla="*/ 125878 h 308046"/>
                <a:gd name="connsiteX58" fmla="*/ 689119 w 1227351"/>
                <a:gd name="connsiteY58" fmla="*/ 125878 h 3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227351" h="308046">
                  <a:moveTo>
                    <a:pt x="220028" y="153995"/>
                  </a:moveTo>
                  <a:lnTo>
                    <a:pt x="72473" y="99953"/>
                  </a:lnTo>
                  <a:cubicBezTo>
                    <a:pt x="65062" y="97121"/>
                    <a:pt x="59760" y="89932"/>
                    <a:pt x="59760" y="81550"/>
                  </a:cubicBezTo>
                  <a:cubicBezTo>
                    <a:pt x="59760" y="70669"/>
                    <a:pt x="68587" y="61842"/>
                    <a:pt x="79468" y="61842"/>
                  </a:cubicBezTo>
                  <a:lnTo>
                    <a:pt x="239625" y="61842"/>
                  </a:lnTo>
                  <a:lnTo>
                    <a:pt x="239625" y="3941"/>
                  </a:lnTo>
                  <a:lnTo>
                    <a:pt x="77830" y="3941"/>
                  </a:lnTo>
                  <a:cubicBezTo>
                    <a:pt x="34974" y="3941"/>
                    <a:pt x="250" y="38665"/>
                    <a:pt x="250" y="81550"/>
                  </a:cubicBezTo>
                  <a:cubicBezTo>
                    <a:pt x="250" y="114636"/>
                    <a:pt x="20956" y="142893"/>
                    <a:pt x="50129" y="154051"/>
                  </a:cubicBezTo>
                  <a:lnTo>
                    <a:pt x="197684" y="208094"/>
                  </a:lnTo>
                  <a:cubicBezTo>
                    <a:pt x="205151" y="210814"/>
                    <a:pt x="210397" y="218086"/>
                    <a:pt x="210397" y="226524"/>
                  </a:cubicBezTo>
                  <a:cubicBezTo>
                    <a:pt x="210397" y="237405"/>
                    <a:pt x="201570" y="246204"/>
                    <a:pt x="190690" y="246204"/>
                  </a:cubicBezTo>
                  <a:lnTo>
                    <a:pt x="0" y="246204"/>
                  </a:lnTo>
                  <a:lnTo>
                    <a:pt x="0" y="304077"/>
                  </a:lnTo>
                  <a:lnTo>
                    <a:pt x="192355" y="304077"/>
                  </a:lnTo>
                  <a:cubicBezTo>
                    <a:pt x="235211" y="304077"/>
                    <a:pt x="271573" y="269353"/>
                    <a:pt x="271573" y="226496"/>
                  </a:cubicBezTo>
                  <a:cubicBezTo>
                    <a:pt x="271573" y="193382"/>
                    <a:pt x="249201" y="165154"/>
                    <a:pt x="220056" y="153995"/>
                  </a:cubicBezTo>
                  <a:moveTo>
                    <a:pt x="1036635" y="246176"/>
                  </a:moveTo>
                  <a:cubicBezTo>
                    <a:pt x="1025754" y="246176"/>
                    <a:pt x="1016927" y="237349"/>
                    <a:pt x="1016927" y="226496"/>
                  </a:cubicBezTo>
                  <a:cubicBezTo>
                    <a:pt x="1016927" y="218086"/>
                    <a:pt x="1022146" y="210786"/>
                    <a:pt x="1029640" y="208066"/>
                  </a:cubicBezTo>
                  <a:lnTo>
                    <a:pt x="1177195" y="154023"/>
                  </a:lnTo>
                  <a:cubicBezTo>
                    <a:pt x="1206368" y="142865"/>
                    <a:pt x="1227075" y="114608"/>
                    <a:pt x="1227075" y="81522"/>
                  </a:cubicBezTo>
                  <a:cubicBezTo>
                    <a:pt x="1227075" y="38665"/>
                    <a:pt x="1192351" y="3914"/>
                    <a:pt x="1149494" y="3914"/>
                  </a:cubicBezTo>
                  <a:lnTo>
                    <a:pt x="987672" y="3914"/>
                  </a:lnTo>
                  <a:lnTo>
                    <a:pt x="987672" y="61815"/>
                  </a:lnTo>
                  <a:lnTo>
                    <a:pt x="1147856" y="61815"/>
                  </a:lnTo>
                  <a:cubicBezTo>
                    <a:pt x="1158737" y="61815"/>
                    <a:pt x="1167564" y="70641"/>
                    <a:pt x="1167564" y="81522"/>
                  </a:cubicBezTo>
                  <a:cubicBezTo>
                    <a:pt x="1167564" y="89932"/>
                    <a:pt x="1162262" y="97094"/>
                    <a:pt x="1154879" y="99925"/>
                  </a:cubicBezTo>
                  <a:lnTo>
                    <a:pt x="1007323" y="153968"/>
                  </a:lnTo>
                  <a:cubicBezTo>
                    <a:pt x="978151" y="165126"/>
                    <a:pt x="955807" y="193355"/>
                    <a:pt x="955807" y="226469"/>
                  </a:cubicBezTo>
                  <a:cubicBezTo>
                    <a:pt x="955807" y="269325"/>
                    <a:pt x="992168" y="304049"/>
                    <a:pt x="1035025" y="304049"/>
                  </a:cubicBezTo>
                  <a:lnTo>
                    <a:pt x="1227352" y="304049"/>
                  </a:lnTo>
                  <a:lnTo>
                    <a:pt x="1227352" y="246176"/>
                  </a:lnTo>
                  <a:lnTo>
                    <a:pt x="1036662" y="246176"/>
                  </a:lnTo>
                  <a:close/>
                  <a:moveTo>
                    <a:pt x="513418" y="183140"/>
                  </a:moveTo>
                  <a:cubicBezTo>
                    <a:pt x="513585" y="228606"/>
                    <a:pt x="486050" y="252088"/>
                    <a:pt x="443832" y="252088"/>
                  </a:cubicBezTo>
                  <a:cubicBezTo>
                    <a:pt x="401614" y="252088"/>
                    <a:pt x="374079" y="228634"/>
                    <a:pt x="374218" y="183140"/>
                  </a:cubicBezTo>
                  <a:lnTo>
                    <a:pt x="374218" y="3941"/>
                  </a:lnTo>
                  <a:lnTo>
                    <a:pt x="311210" y="3941"/>
                  </a:lnTo>
                  <a:lnTo>
                    <a:pt x="311210" y="187331"/>
                  </a:lnTo>
                  <a:cubicBezTo>
                    <a:pt x="311210" y="254420"/>
                    <a:pt x="359756" y="308019"/>
                    <a:pt x="443832" y="308019"/>
                  </a:cubicBezTo>
                  <a:cubicBezTo>
                    <a:pt x="527907" y="308019"/>
                    <a:pt x="576426" y="254420"/>
                    <a:pt x="576426" y="187331"/>
                  </a:cubicBezTo>
                  <a:lnTo>
                    <a:pt x="576426" y="3941"/>
                  </a:lnTo>
                  <a:lnTo>
                    <a:pt x="513418" y="3941"/>
                  </a:lnTo>
                  <a:lnTo>
                    <a:pt x="513418" y="183140"/>
                  </a:lnTo>
                  <a:close/>
                  <a:moveTo>
                    <a:pt x="778996" y="0"/>
                  </a:moveTo>
                  <a:cubicBezTo>
                    <a:pt x="692422" y="0"/>
                    <a:pt x="623974" y="68976"/>
                    <a:pt x="623974" y="154023"/>
                  </a:cubicBezTo>
                  <a:cubicBezTo>
                    <a:pt x="623974" y="239070"/>
                    <a:pt x="692422" y="308046"/>
                    <a:pt x="778996" y="308046"/>
                  </a:cubicBezTo>
                  <a:cubicBezTo>
                    <a:pt x="832594" y="308046"/>
                    <a:pt x="876172" y="285813"/>
                    <a:pt x="907732" y="248064"/>
                  </a:cubicBezTo>
                  <a:lnTo>
                    <a:pt x="859518" y="213728"/>
                  </a:lnTo>
                  <a:cubicBezTo>
                    <a:pt x="837590" y="239209"/>
                    <a:pt x="811027" y="253670"/>
                    <a:pt x="778968" y="253670"/>
                  </a:cubicBezTo>
                  <a:cubicBezTo>
                    <a:pt x="734335" y="253670"/>
                    <a:pt x="697002" y="220307"/>
                    <a:pt x="687648" y="175674"/>
                  </a:cubicBezTo>
                  <a:lnTo>
                    <a:pt x="929271" y="175674"/>
                  </a:lnTo>
                  <a:cubicBezTo>
                    <a:pt x="930187" y="168901"/>
                    <a:pt x="930798" y="161046"/>
                    <a:pt x="930798" y="154023"/>
                  </a:cubicBezTo>
                  <a:cubicBezTo>
                    <a:pt x="930798" y="69004"/>
                    <a:pt x="865569" y="0"/>
                    <a:pt x="778968" y="0"/>
                  </a:cubicBezTo>
                  <a:moveTo>
                    <a:pt x="689119" y="125878"/>
                  </a:moveTo>
                  <a:cubicBezTo>
                    <a:pt x="700416" y="84326"/>
                    <a:pt x="736361" y="53987"/>
                    <a:pt x="778940" y="53987"/>
                  </a:cubicBezTo>
                  <a:cubicBezTo>
                    <a:pt x="821519" y="53987"/>
                    <a:pt x="857437" y="84353"/>
                    <a:pt x="868761" y="125878"/>
                  </a:cubicBezTo>
                  <a:lnTo>
                    <a:pt x="689119" y="125878"/>
                  </a:lnTo>
                  <a:close/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 : forme 55">
              <a:extLst>
                <a:ext uri="{FF2B5EF4-FFF2-40B4-BE49-F238E27FC236}">
                  <a16:creationId xmlns:a16="http://schemas.microsoft.com/office/drawing/2014/main" id="{CC682DEF-EDBD-1AE8-D1C5-E8EA3BEF7FFA}"/>
                </a:ext>
              </a:extLst>
            </p:cNvPr>
            <p:cNvSpPr/>
            <p:nvPr/>
          </p:nvSpPr>
          <p:spPr>
            <a:xfrm>
              <a:off x="4986358" y="5814666"/>
              <a:ext cx="912200" cy="556803"/>
            </a:xfrm>
            <a:custGeom>
              <a:avLst/>
              <a:gdLst>
                <a:gd name="connsiteX0" fmla="*/ 633744 w 912200"/>
                <a:gd name="connsiteY0" fmla="*/ 236045 h 556803"/>
                <a:gd name="connsiteX1" fmla="*/ 676129 w 912200"/>
                <a:gd name="connsiteY1" fmla="*/ 278430 h 556803"/>
                <a:gd name="connsiteX2" fmla="*/ 633744 w 912200"/>
                <a:gd name="connsiteY2" fmla="*/ 320787 h 556803"/>
                <a:gd name="connsiteX3" fmla="*/ 623780 w 912200"/>
                <a:gd name="connsiteY3" fmla="*/ 319593 h 556803"/>
                <a:gd name="connsiteX4" fmla="*/ 604766 w 912200"/>
                <a:gd name="connsiteY4" fmla="*/ 319871 h 556803"/>
                <a:gd name="connsiteX5" fmla="*/ 588667 w 912200"/>
                <a:gd name="connsiteY5" fmla="*/ 343853 h 556803"/>
                <a:gd name="connsiteX6" fmla="*/ 604489 w 912200"/>
                <a:gd name="connsiteY6" fmla="*/ 367668 h 556803"/>
                <a:gd name="connsiteX7" fmla="*/ 633744 w 912200"/>
                <a:gd name="connsiteY7" fmla="*/ 372498 h 556803"/>
                <a:gd name="connsiteX8" fmla="*/ 727784 w 912200"/>
                <a:gd name="connsiteY8" fmla="*/ 278457 h 556803"/>
                <a:gd name="connsiteX9" fmla="*/ 633744 w 912200"/>
                <a:gd name="connsiteY9" fmla="*/ 184417 h 556803"/>
                <a:gd name="connsiteX10" fmla="*/ 565268 w 912200"/>
                <a:gd name="connsiteY10" fmla="*/ 214061 h 556803"/>
                <a:gd name="connsiteX11" fmla="*/ 360089 w 912200"/>
                <a:gd name="connsiteY11" fmla="*/ 418352 h 556803"/>
                <a:gd name="connsiteX12" fmla="*/ 233574 w 912200"/>
                <a:gd name="connsiteY12" fmla="*/ 467177 h 556803"/>
                <a:gd name="connsiteX13" fmla="*/ 100119 w 912200"/>
                <a:gd name="connsiteY13" fmla="*/ 411913 h 556803"/>
                <a:gd name="connsiteX14" fmla="*/ 44855 w 912200"/>
                <a:gd name="connsiteY14" fmla="*/ 278457 h 556803"/>
                <a:gd name="connsiteX15" fmla="*/ 233574 w 912200"/>
                <a:gd name="connsiteY15" fmla="*/ 89738 h 556803"/>
                <a:gd name="connsiteX16" fmla="*/ 272628 w 912200"/>
                <a:gd name="connsiteY16" fmla="*/ 93735 h 556803"/>
                <a:gd name="connsiteX17" fmla="*/ 296221 w 912200"/>
                <a:gd name="connsiteY17" fmla="*/ 71363 h 556803"/>
                <a:gd name="connsiteX18" fmla="*/ 277818 w 912200"/>
                <a:gd name="connsiteY18" fmla="*/ 49102 h 556803"/>
                <a:gd name="connsiteX19" fmla="*/ 233546 w 912200"/>
                <a:gd name="connsiteY19" fmla="*/ 44883 h 556803"/>
                <a:gd name="connsiteX20" fmla="*/ 0 w 912200"/>
                <a:gd name="connsiteY20" fmla="*/ 278430 h 556803"/>
                <a:gd name="connsiteX21" fmla="*/ 68421 w 912200"/>
                <a:gd name="connsiteY21" fmla="*/ 443583 h 556803"/>
                <a:gd name="connsiteX22" fmla="*/ 233574 w 912200"/>
                <a:gd name="connsiteY22" fmla="*/ 512004 h 556803"/>
                <a:gd name="connsiteX23" fmla="*/ 394813 w 912200"/>
                <a:gd name="connsiteY23" fmla="*/ 447247 h 556803"/>
                <a:gd name="connsiteX24" fmla="*/ 603711 w 912200"/>
                <a:gd name="connsiteY24" fmla="*/ 249007 h 556803"/>
                <a:gd name="connsiteX25" fmla="*/ 633744 w 912200"/>
                <a:gd name="connsiteY25" fmla="*/ 236045 h 556803"/>
                <a:gd name="connsiteX26" fmla="*/ 633744 w 912200"/>
                <a:gd name="connsiteY26" fmla="*/ 412940 h 556803"/>
                <a:gd name="connsiteX27" fmla="*/ 596106 w 912200"/>
                <a:gd name="connsiteY27" fmla="*/ 408499 h 556803"/>
                <a:gd name="connsiteX28" fmla="*/ 570264 w 912200"/>
                <a:gd name="connsiteY28" fmla="*/ 434340 h 556803"/>
                <a:gd name="connsiteX29" fmla="*/ 587834 w 912200"/>
                <a:gd name="connsiteY29" fmla="*/ 458794 h 556803"/>
                <a:gd name="connsiteX30" fmla="*/ 633744 w 912200"/>
                <a:gd name="connsiteY30" fmla="*/ 464623 h 556803"/>
                <a:gd name="connsiteX31" fmla="*/ 819993 w 912200"/>
                <a:gd name="connsiteY31" fmla="*/ 278402 h 556803"/>
                <a:gd name="connsiteX32" fmla="*/ 633772 w 912200"/>
                <a:gd name="connsiteY32" fmla="*/ 92153 h 556803"/>
                <a:gd name="connsiteX33" fmla="*/ 499873 w 912200"/>
                <a:gd name="connsiteY33" fmla="*/ 149138 h 556803"/>
                <a:gd name="connsiteX34" fmla="*/ 312403 w 912200"/>
                <a:gd name="connsiteY34" fmla="*/ 357426 h 556803"/>
                <a:gd name="connsiteX35" fmla="*/ 233629 w 912200"/>
                <a:gd name="connsiteY35" fmla="*/ 390040 h 556803"/>
                <a:gd name="connsiteX36" fmla="*/ 121991 w 912200"/>
                <a:gd name="connsiteY36" fmla="*/ 278402 h 556803"/>
                <a:gd name="connsiteX37" fmla="*/ 233685 w 912200"/>
                <a:gd name="connsiteY37" fmla="*/ 166764 h 556803"/>
                <a:gd name="connsiteX38" fmla="*/ 258694 w 912200"/>
                <a:gd name="connsiteY38" fmla="*/ 169484 h 556803"/>
                <a:gd name="connsiteX39" fmla="*/ 280483 w 912200"/>
                <a:gd name="connsiteY39" fmla="*/ 147056 h 556803"/>
                <a:gd name="connsiteX40" fmla="*/ 262996 w 912200"/>
                <a:gd name="connsiteY40" fmla="*/ 124684 h 556803"/>
                <a:gd name="connsiteX41" fmla="*/ 233629 w 912200"/>
                <a:gd name="connsiteY41" fmla="*/ 121908 h 556803"/>
                <a:gd name="connsiteX42" fmla="*/ 77164 w 912200"/>
                <a:gd name="connsiteY42" fmla="*/ 278430 h 556803"/>
                <a:gd name="connsiteX43" fmla="*/ 233657 w 912200"/>
                <a:gd name="connsiteY43" fmla="*/ 434951 h 556803"/>
                <a:gd name="connsiteX44" fmla="*/ 350014 w 912200"/>
                <a:gd name="connsiteY44" fmla="*/ 383073 h 556803"/>
                <a:gd name="connsiteX45" fmla="*/ 533042 w 912200"/>
                <a:gd name="connsiteY45" fmla="*/ 189385 h 556803"/>
                <a:gd name="connsiteX46" fmla="*/ 633800 w 912200"/>
                <a:gd name="connsiteY46" fmla="*/ 143892 h 556803"/>
                <a:gd name="connsiteX47" fmla="*/ 768365 w 912200"/>
                <a:gd name="connsiteY47" fmla="*/ 278457 h 556803"/>
                <a:gd name="connsiteX48" fmla="*/ 633772 w 912200"/>
                <a:gd name="connsiteY48" fmla="*/ 412995 h 556803"/>
                <a:gd name="connsiteX49" fmla="*/ 830679 w 912200"/>
                <a:gd name="connsiteY49" fmla="*/ 81605 h 556803"/>
                <a:gd name="connsiteX50" fmla="*/ 633744 w 912200"/>
                <a:gd name="connsiteY50" fmla="*/ 0 h 556803"/>
                <a:gd name="connsiteX51" fmla="*/ 408942 w 912200"/>
                <a:gd name="connsiteY51" fmla="*/ 114358 h 556803"/>
                <a:gd name="connsiteX52" fmla="*/ 260942 w 912200"/>
                <a:gd name="connsiteY52" fmla="*/ 299525 h 556803"/>
                <a:gd name="connsiteX53" fmla="*/ 233602 w 912200"/>
                <a:gd name="connsiteY53" fmla="*/ 313015 h 556803"/>
                <a:gd name="connsiteX54" fmla="*/ 199017 w 912200"/>
                <a:gd name="connsiteY54" fmla="*/ 278430 h 556803"/>
                <a:gd name="connsiteX55" fmla="*/ 233602 w 912200"/>
                <a:gd name="connsiteY55" fmla="*/ 243845 h 556803"/>
                <a:gd name="connsiteX56" fmla="*/ 242789 w 912200"/>
                <a:gd name="connsiteY56" fmla="*/ 244233 h 556803"/>
                <a:gd name="connsiteX57" fmla="*/ 264745 w 912200"/>
                <a:gd name="connsiteY57" fmla="*/ 221889 h 556803"/>
                <a:gd name="connsiteX58" fmla="*/ 236377 w 912200"/>
                <a:gd name="connsiteY58" fmla="*/ 198601 h 556803"/>
                <a:gd name="connsiteX59" fmla="*/ 154162 w 912200"/>
                <a:gd name="connsiteY59" fmla="*/ 278402 h 556803"/>
                <a:gd name="connsiteX60" fmla="*/ 233602 w 912200"/>
                <a:gd name="connsiteY60" fmla="*/ 357842 h 556803"/>
                <a:gd name="connsiteX61" fmla="*/ 292196 w 912200"/>
                <a:gd name="connsiteY61" fmla="*/ 332000 h 556803"/>
                <a:gd name="connsiteX62" fmla="*/ 454713 w 912200"/>
                <a:gd name="connsiteY62" fmla="*/ 139534 h 556803"/>
                <a:gd name="connsiteX63" fmla="*/ 633772 w 912200"/>
                <a:gd name="connsiteY63" fmla="*/ 51628 h 556803"/>
                <a:gd name="connsiteX64" fmla="*/ 794123 w 912200"/>
                <a:gd name="connsiteY64" fmla="*/ 118050 h 556803"/>
                <a:gd name="connsiteX65" fmla="*/ 860518 w 912200"/>
                <a:gd name="connsiteY65" fmla="*/ 278402 h 556803"/>
                <a:gd name="connsiteX66" fmla="*/ 633716 w 912200"/>
                <a:gd name="connsiteY66" fmla="*/ 505148 h 556803"/>
                <a:gd name="connsiteX67" fmla="*/ 577925 w 912200"/>
                <a:gd name="connsiteY67" fmla="*/ 498653 h 556803"/>
                <a:gd name="connsiteX68" fmla="*/ 551501 w 912200"/>
                <a:gd name="connsiteY68" fmla="*/ 524689 h 556803"/>
                <a:gd name="connsiteX69" fmla="*/ 568349 w 912200"/>
                <a:gd name="connsiteY69" fmla="*/ 548893 h 556803"/>
                <a:gd name="connsiteX70" fmla="*/ 633772 w 912200"/>
                <a:gd name="connsiteY70" fmla="*/ 556804 h 556803"/>
                <a:gd name="connsiteX71" fmla="*/ 912201 w 912200"/>
                <a:gd name="connsiteY71" fmla="*/ 278402 h 556803"/>
                <a:gd name="connsiteX72" fmla="*/ 830651 w 912200"/>
                <a:gd name="connsiteY72" fmla="*/ 81522 h 5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912200" h="556803">
                  <a:moveTo>
                    <a:pt x="633744" y="236045"/>
                  </a:moveTo>
                  <a:cubicBezTo>
                    <a:pt x="657088" y="236045"/>
                    <a:pt x="676129" y="255058"/>
                    <a:pt x="676129" y="278430"/>
                  </a:cubicBezTo>
                  <a:cubicBezTo>
                    <a:pt x="676129" y="301801"/>
                    <a:pt x="657115" y="320787"/>
                    <a:pt x="633744" y="320787"/>
                  </a:cubicBezTo>
                  <a:cubicBezTo>
                    <a:pt x="630580" y="320787"/>
                    <a:pt x="623891" y="319621"/>
                    <a:pt x="623780" y="319593"/>
                  </a:cubicBezTo>
                  <a:cubicBezTo>
                    <a:pt x="621614" y="319094"/>
                    <a:pt x="611761" y="317095"/>
                    <a:pt x="604766" y="319871"/>
                  </a:cubicBezTo>
                  <a:cubicBezTo>
                    <a:pt x="595329" y="323729"/>
                    <a:pt x="588667" y="333000"/>
                    <a:pt x="588667" y="343853"/>
                  </a:cubicBezTo>
                  <a:cubicBezTo>
                    <a:pt x="588667" y="354706"/>
                    <a:pt x="596273" y="364643"/>
                    <a:pt x="604489" y="367668"/>
                  </a:cubicBezTo>
                  <a:cubicBezTo>
                    <a:pt x="612705" y="370694"/>
                    <a:pt x="624640" y="372498"/>
                    <a:pt x="633744" y="372498"/>
                  </a:cubicBezTo>
                  <a:cubicBezTo>
                    <a:pt x="685594" y="372498"/>
                    <a:pt x="727784" y="330307"/>
                    <a:pt x="727784" y="278457"/>
                  </a:cubicBezTo>
                  <a:cubicBezTo>
                    <a:pt x="727784" y="226607"/>
                    <a:pt x="685594" y="184417"/>
                    <a:pt x="633744" y="184417"/>
                  </a:cubicBezTo>
                  <a:cubicBezTo>
                    <a:pt x="607903" y="184417"/>
                    <a:pt x="582921" y="195242"/>
                    <a:pt x="565268" y="214061"/>
                  </a:cubicBezTo>
                  <a:cubicBezTo>
                    <a:pt x="565268" y="214061"/>
                    <a:pt x="399227" y="384683"/>
                    <a:pt x="360089" y="418352"/>
                  </a:cubicBezTo>
                  <a:cubicBezTo>
                    <a:pt x="325227" y="448330"/>
                    <a:pt x="283120" y="467177"/>
                    <a:pt x="233574" y="467177"/>
                  </a:cubicBezTo>
                  <a:cubicBezTo>
                    <a:pt x="184028" y="467177"/>
                    <a:pt x="135786" y="447553"/>
                    <a:pt x="100119" y="411913"/>
                  </a:cubicBezTo>
                  <a:cubicBezTo>
                    <a:pt x="64479" y="376273"/>
                    <a:pt x="44855" y="328864"/>
                    <a:pt x="44855" y="278457"/>
                  </a:cubicBezTo>
                  <a:cubicBezTo>
                    <a:pt x="44855" y="174397"/>
                    <a:pt x="129541" y="89738"/>
                    <a:pt x="233574" y="89738"/>
                  </a:cubicBezTo>
                  <a:cubicBezTo>
                    <a:pt x="253670" y="89738"/>
                    <a:pt x="267298" y="93458"/>
                    <a:pt x="272628" y="93735"/>
                  </a:cubicBezTo>
                  <a:cubicBezTo>
                    <a:pt x="285646" y="94429"/>
                    <a:pt x="296221" y="83743"/>
                    <a:pt x="296221" y="71363"/>
                  </a:cubicBezTo>
                  <a:cubicBezTo>
                    <a:pt x="296221" y="60566"/>
                    <a:pt x="288310" y="50989"/>
                    <a:pt x="277818" y="49102"/>
                  </a:cubicBezTo>
                  <a:cubicBezTo>
                    <a:pt x="277818" y="49102"/>
                    <a:pt x="257500" y="44883"/>
                    <a:pt x="233546" y="44883"/>
                  </a:cubicBezTo>
                  <a:cubicBezTo>
                    <a:pt x="104754" y="44855"/>
                    <a:pt x="0" y="149638"/>
                    <a:pt x="0" y="278430"/>
                  </a:cubicBezTo>
                  <a:cubicBezTo>
                    <a:pt x="0" y="340799"/>
                    <a:pt x="24287" y="399450"/>
                    <a:pt x="68421" y="443583"/>
                  </a:cubicBezTo>
                  <a:cubicBezTo>
                    <a:pt x="112526" y="487717"/>
                    <a:pt x="171204" y="512004"/>
                    <a:pt x="233574" y="512004"/>
                  </a:cubicBezTo>
                  <a:cubicBezTo>
                    <a:pt x="295943" y="512004"/>
                    <a:pt x="351124" y="489049"/>
                    <a:pt x="394813" y="447247"/>
                  </a:cubicBezTo>
                  <a:lnTo>
                    <a:pt x="603711" y="249007"/>
                  </a:lnTo>
                  <a:cubicBezTo>
                    <a:pt x="612177" y="241013"/>
                    <a:pt x="620560" y="236045"/>
                    <a:pt x="633744" y="236045"/>
                  </a:cubicBezTo>
                  <a:moveTo>
                    <a:pt x="633744" y="412940"/>
                  </a:moveTo>
                  <a:cubicBezTo>
                    <a:pt x="612482" y="412940"/>
                    <a:pt x="603434" y="408499"/>
                    <a:pt x="596106" y="408499"/>
                  </a:cubicBezTo>
                  <a:cubicBezTo>
                    <a:pt x="581867" y="408499"/>
                    <a:pt x="570264" y="420073"/>
                    <a:pt x="570264" y="434340"/>
                  </a:cubicBezTo>
                  <a:cubicBezTo>
                    <a:pt x="570264" y="445360"/>
                    <a:pt x="577842" y="455796"/>
                    <a:pt x="587834" y="458794"/>
                  </a:cubicBezTo>
                  <a:cubicBezTo>
                    <a:pt x="597827" y="461792"/>
                    <a:pt x="615813" y="464623"/>
                    <a:pt x="633744" y="464623"/>
                  </a:cubicBezTo>
                  <a:cubicBezTo>
                    <a:pt x="736417" y="464623"/>
                    <a:pt x="819993" y="381075"/>
                    <a:pt x="819993" y="278402"/>
                  </a:cubicBezTo>
                  <a:cubicBezTo>
                    <a:pt x="819993" y="175729"/>
                    <a:pt x="736445" y="92181"/>
                    <a:pt x="633772" y="92153"/>
                  </a:cubicBezTo>
                  <a:cubicBezTo>
                    <a:pt x="583532" y="92153"/>
                    <a:pt x="534874" y="112887"/>
                    <a:pt x="499873" y="149138"/>
                  </a:cubicBezTo>
                  <a:lnTo>
                    <a:pt x="312403" y="357426"/>
                  </a:lnTo>
                  <a:cubicBezTo>
                    <a:pt x="291308" y="378466"/>
                    <a:pt x="263329" y="390040"/>
                    <a:pt x="233629" y="390040"/>
                  </a:cubicBezTo>
                  <a:cubicBezTo>
                    <a:pt x="172065" y="390040"/>
                    <a:pt x="121991" y="339967"/>
                    <a:pt x="121991" y="278402"/>
                  </a:cubicBezTo>
                  <a:cubicBezTo>
                    <a:pt x="121991" y="216837"/>
                    <a:pt x="172092" y="166764"/>
                    <a:pt x="233685" y="166764"/>
                  </a:cubicBezTo>
                  <a:cubicBezTo>
                    <a:pt x="248063" y="166764"/>
                    <a:pt x="252559" y="169484"/>
                    <a:pt x="258694" y="169484"/>
                  </a:cubicBezTo>
                  <a:cubicBezTo>
                    <a:pt x="269408" y="169484"/>
                    <a:pt x="280483" y="160352"/>
                    <a:pt x="280483" y="147056"/>
                  </a:cubicBezTo>
                  <a:cubicBezTo>
                    <a:pt x="280483" y="136397"/>
                    <a:pt x="273044" y="126849"/>
                    <a:pt x="262996" y="124684"/>
                  </a:cubicBezTo>
                  <a:cubicBezTo>
                    <a:pt x="255002" y="122935"/>
                    <a:pt x="243122" y="121908"/>
                    <a:pt x="233629" y="121908"/>
                  </a:cubicBezTo>
                  <a:cubicBezTo>
                    <a:pt x="147333" y="121908"/>
                    <a:pt x="77164" y="192133"/>
                    <a:pt x="77164" y="278430"/>
                  </a:cubicBezTo>
                  <a:cubicBezTo>
                    <a:pt x="77164" y="364726"/>
                    <a:pt x="147361" y="434951"/>
                    <a:pt x="233657" y="434951"/>
                  </a:cubicBezTo>
                  <a:cubicBezTo>
                    <a:pt x="304548" y="434951"/>
                    <a:pt x="343768" y="389568"/>
                    <a:pt x="350014" y="383073"/>
                  </a:cubicBezTo>
                  <a:lnTo>
                    <a:pt x="533042" y="189385"/>
                  </a:lnTo>
                  <a:cubicBezTo>
                    <a:pt x="558634" y="160463"/>
                    <a:pt x="595357" y="143892"/>
                    <a:pt x="633800" y="143892"/>
                  </a:cubicBezTo>
                  <a:cubicBezTo>
                    <a:pt x="707994" y="143892"/>
                    <a:pt x="768365" y="204263"/>
                    <a:pt x="768365" y="278457"/>
                  </a:cubicBezTo>
                  <a:cubicBezTo>
                    <a:pt x="768365" y="352652"/>
                    <a:pt x="707994" y="412995"/>
                    <a:pt x="633772" y="412995"/>
                  </a:cubicBezTo>
                  <a:moveTo>
                    <a:pt x="830679" y="81605"/>
                  </a:moveTo>
                  <a:cubicBezTo>
                    <a:pt x="778024" y="28950"/>
                    <a:pt x="708105" y="0"/>
                    <a:pt x="633744" y="0"/>
                  </a:cubicBezTo>
                  <a:cubicBezTo>
                    <a:pt x="545311" y="0"/>
                    <a:pt x="461235" y="42773"/>
                    <a:pt x="408942" y="114358"/>
                  </a:cubicBezTo>
                  <a:cubicBezTo>
                    <a:pt x="408942" y="114358"/>
                    <a:pt x="267937" y="290670"/>
                    <a:pt x="260942" y="299525"/>
                  </a:cubicBezTo>
                  <a:cubicBezTo>
                    <a:pt x="253947" y="308407"/>
                    <a:pt x="243705" y="313015"/>
                    <a:pt x="233602" y="313015"/>
                  </a:cubicBezTo>
                  <a:cubicBezTo>
                    <a:pt x="214533" y="313015"/>
                    <a:pt x="199017" y="297526"/>
                    <a:pt x="199017" y="278430"/>
                  </a:cubicBezTo>
                  <a:cubicBezTo>
                    <a:pt x="199017" y="259333"/>
                    <a:pt x="214560" y="243845"/>
                    <a:pt x="233602" y="243845"/>
                  </a:cubicBezTo>
                  <a:cubicBezTo>
                    <a:pt x="237182" y="243845"/>
                    <a:pt x="239902" y="244233"/>
                    <a:pt x="242789" y="244233"/>
                  </a:cubicBezTo>
                  <a:cubicBezTo>
                    <a:pt x="254919" y="244233"/>
                    <a:pt x="264745" y="233852"/>
                    <a:pt x="264745" y="221889"/>
                  </a:cubicBezTo>
                  <a:cubicBezTo>
                    <a:pt x="264745" y="212562"/>
                    <a:pt x="258305" y="198601"/>
                    <a:pt x="236377" y="198601"/>
                  </a:cubicBezTo>
                  <a:cubicBezTo>
                    <a:pt x="189413" y="198601"/>
                    <a:pt x="154162" y="234601"/>
                    <a:pt x="154162" y="278402"/>
                  </a:cubicBezTo>
                  <a:cubicBezTo>
                    <a:pt x="154162" y="322202"/>
                    <a:pt x="189801" y="357814"/>
                    <a:pt x="233602" y="357842"/>
                  </a:cubicBezTo>
                  <a:cubicBezTo>
                    <a:pt x="255946" y="357842"/>
                    <a:pt x="277124" y="348460"/>
                    <a:pt x="292196" y="332000"/>
                  </a:cubicBezTo>
                  <a:lnTo>
                    <a:pt x="454713" y="139534"/>
                  </a:lnTo>
                  <a:cubicBezTo>
                    <a:pt x="498124" y="83687"/>
                    <a:pt x="563381" y="51628"/>
                    <a:pt x="633772" y="51628"/>
                  </a:cubicBezTo>
                  <a:cubicBezTo>
                    <a:pt x="694337" y="51628"/>
                    <a:pt x="751267" y="75221"/>
                    <a:pt x="794123" y="118050"/>
                  </a:cubicBezTo>
                  <a:cubicBezTo>
                    <a:pt x="836952" y="160879"/>
                    <a:pt x="860518" y="217809"/>
                    <a:pt x="860518" y="278402"/>
                  </a:cubicBezTo>
                  <a:cubicBezTo>
                    <a:pt x="860518" y="403419"/>
                    <a:pt x="758789" y="505148"/>
                    <a:pt x="633716" y="505148"/>
                  </a:cubicBezTo>
                  <a:cubicBezTo>
                    <a:pt x="598271" y="505148"/>
                    <a:pt x="586613" y="498653"/>
                    <a:pt x="577925" y="498653"/>
                  </a:cubicBezTo>
                  <a:cubicBezTo>
                    <a:pt x="563214" y="498653"/>
                    <a:pt x="551501" y="510228"/>
                    <a:pt x="551501" y="524689"/>
                  </a:cubicBezTo>
                  <a:cubicBezTo>
                    <a:pt x="551501" y="535486"/>
                    <a:pt x="557913" y="544646"/>
                    <a:pt x="568349" y="548893"/>
                  </a:cubicBezTo>
                  <a:cubicBezTo>
                    <a:pt x="577287" y="552529"/>
                    <a:pt x="611927" y="556804"/>
                    <a:pt x="633772" y="556804"/>
                  </a:cubicBezTo>
                  <a:cubicBezTo>
                    <a:pt x="787295" y="556804"/>
                    <a:pt x="912201" y="431898"/>
                    <a:pt x="912201" y="278402"/>
                  </a:cubicBezTo>
                  <a:cubicBezTo>
                    <a:pt x="912201" y="204013"/>
                    <a:pt x="883250" y="134121"/>
                    <a:pt x="830651" y="81522"/>
                  </a:cubicBezTo>
                </a:path>
              </a:pathLst>
            </a:custGeom>
            <a:grpFill/>
            <a:ln w="2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E63DCD8-B5C1-3C30-8F1E-02468134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44" y="1219200"/>
            <a:ext cx="11064240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E026AC-1017-AC72-3846-6BAFA16EA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2" y="3698875"/>
            <a:ext cx="11055921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E40E31-73A9-6C24-C9EF-2D380F2D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310EAD-D855-81F8-62C8-4DC5563B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6501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838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934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EAD62-2870-DAE1-ECB8-A4DCF8F5A184}"/>
              </a:ext>
            </a:extLst>
          </p:cNvPr>
          <p:cNvSpPr/>
          <p:nvPr userDrawn="1"/>
        </p:nvSpPr>
        <p:spPr>
          <a:xfrm>
            <a:off x="0" y="0"/>
            <a:ext cx="1105469" cy="1705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469134"/>
            <a:ext cx="1170432" cy="89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11293"/>
            <a:ext cx="11035284" cy="466567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2742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211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E05C5-88CF-6BFD-FDAC-EC99D596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EE3F45-F4FC-3C47-8101-6EFE78B1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2A891D-EAE4-3E7F-5496-DAA6DD2F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18781C-A6C2-97C7-10B5-16079FD2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57166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C42BA7A5-74E2-02E9-5660-5C12841E3D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323087"/>
            <a:ext cx="1540002" cy="13821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6D5AA0-5228-9567-84B5-FEABA7A93979}"/>
              </a:ext>
            </a:extLst>
          </p:cNvPr>
          <p:cNvSpPr/>
          <p:nvPr userDrawn="1"/>
        </p:nvSpPr>
        <p:spPr>
          <a:xfrm>
            <a:off x="0" y="0"/>
            <a:ext cx="1170432" cy="1965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"/>
            <a:ext cx="11060684" cy="114223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1E678623-AD3C-9AC3-48EB-169CAC712B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5" t="-289" r="50425" b="73716"/>
          <a:stretch/>
        </p:blipFill>
        <p:spPr>
          <a:xfrm rot="10800000" flipH="1">
            <a:off x="0" y="396813"/>
            <a:ext cx="546100" cy="81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33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916027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7513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1621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539385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442" y="1219200"/>
            <a:ext cx="5524500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442" y="1154525"/>
            <a:ext cx="5087112" cy="5087112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9550" y="1767840"/>
            <a:ext cx="3858896" cy="3883151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34819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6754" y="758825"/>
            <a:ext cx="3875581" cy="5340350"/>
          </a:xfrm>
        </p:spPr>
        <p:txBody>
          <a:bodyPr anchor="ctr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0B45EE-8F9C-A0E5-C0FE-DF18EBE1DF91}"/>
              </a:ext>
            </a:extLst>
          </p:cNvPr>
          <p:cNvSpPr txBox="1"/>
          <p:nvPr userDrawn="1"/>
        </p:nvSpPr>
        <p:spPr>
          <a:xfrm>
            <a:off x="7489050" y="6538536"/>
            <a:ext cx="9749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Classification:   </a:t>
            </a:r>
          </a:p>
        </p:txBody>
      </p:sp>
    </p:spTree>
    <p:extLst>
      <p:ext uri="{BB962C8B-B14F-4D97-AF65-F5344CB8AC3E}">
        <p14:creationId xmlns:p14="http://schemas.microsoft.com/office/powerpoint/2010/main" val="37802114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Une image contenant cercle, obscurité&#10;&#10;Description générée automatiquement">
            <a:extLst>
              <a:ext uri="{FF2B5EF4-FFF2-40B4-BE49-F238E27FC236}">
                <a16:creationId xmlns:a16="http://schemas.microsoft.com/office/drawing/2014/main" id="{1646AC5C-B692-86C8-3D29-59F657BAC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563" t="22408" b="22312"/>
          <a:stretch/>
        </p:blipFill>
        <p:spPr>
          <a:xfrm>
            <a:off x="0" y="0"/>
            <a:ext cx="7759366" cy="686992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Espace réservé pour une image  22">
            <a:extLst>
              <a:ext uri="{FF2B5EF4-FFF2-40B4-BE49-F238E27FC236}">
                <a16:creationId xmlns:a16="http://schemas.microsoft.com/office/drawing/2014/main" id="{F091DA1B-20F8-9ACD-D180-CF6AEFC5A8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96100" cy="6869926"/>
          </a:xfrm>
          <a:custGeom>
            <a:avLst/>
            <a:gdLst>
              <a:gd name="connsiteX0" fmla="*/ 4932956 w 6896100"/>
              <a:gd name="connsiteY0" fmla="*/ 0 h 6858000"/>
              <a:gd name="connsiteX1" fmla="*/ 5611879 w 6896100"/>
              <a:gd name="connsiteY1" fmla="*/ 0 h 6858000"/>
              <a:gd name="connsiteX2" fmla="*/ 5691124 w 6896100"/>
              <a:gd name="connsiteY2" fmla="*/ 91915 h 6858000"/>
              <a:gd name="connsiteX3" fmla="*/ 6896100 w 6896100"/>
              <a:gd name="connsiteY3" fmla="*/ 3464311 h 6858000"/>
              <a:gd name="connsiteX4" fmla="*/ 5691124 w 6896100"/>
              <a:gd name="connsiteY4" fmla="*/ 6836707 h 6858000"/>
              <a:gd name="connsiteX5" fmla="*/ 5672766 w 6896100"/>
              <a:gd name="connsiteY5" fmla="*/ 6858000 h 6858000"/>
              <a:gd name="connsiteX6" fmla="*/ 4970485 w 6896100"/>
              <a:gd name="connsiteY6" fmla="*/ 6858000 h 6858000"/>
              <a:gd name="connsiteX7" fmla="*/ 5001136 w 6896100"/>
              <a:gd name="connsiteY7" fmla="*/ 6828777 h 6858000"/>
              <a:gd name="connsiteX8" fmla="*/ 6401959 w 6896100"/>
              <a:gd name="connsiteY8" fmla="*/ 3446890 h 6858000"/>
              <a:gd name="connsiteX9" fmla="*/ 5001136 w 6896100"/>
              <a:gd name="connsiteY9" fmla="*/ 65003 h 6858000"/>
              <a:gd name="connsiteX10" fmla="*/ 0 w 6896100"/>
              <a:gd name="connsiteY10" fmla="*/ 0 h 6858000"/>
              <a:gd name="connsiteX11" fmla="*/ 4744190 w 6896100"/>
              <a:gd name="connsiteY11" fmla="*/ 0 h 6858000"/>
              <a:gd name="connsiteX12" fmla="*/ 4772307 w 6896100"/>
              <a:gd name="connsiteY12" fmla="*/ 24356 h 6858000"/>
              <a:gd name="connsiteX13" fmla="*/ 6287130 w 6896100"/>
              <a:gd name="connsiteY13" fmla="*/ 3446890 h 6858000"/>
              <a:gd name="connsiteX14" fmla="*/ 4932884 w 6896100"/>
              <a:gd name="connsiteY14" fmla="*/ 6716328 h 6858000"/>
              <a:gd name="connsiteX15" fmla="*/ 4784290 w 6896100"/>
              <a:gd name="connsiteY15" fmla="*/ 6858000 h 6858000"/>
              <a:gd name="connsiteX16" fmla="*/ 0 w 68961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96100" h="6858000">
                <a:moveTo>
                  <a:pt x="4932956" y="0"/>
                </a:moveTo>
                <a:lnTo>
                  <a:pt x="5611879" y="0"/>
                </a:lnTo>
                <a:lnTo>
                  <a:pt x="5691124" y="91915"/>
                </a:lnTo>
                <a:cubicBezTo>
                  <a:pt x="6443898" y="1008367"/>
                  <a:pt x="6896100" y="2183281"/>
                  <a:pt x="6896100" y="3464311"/>
                </a:cubicBezTo>
                <a:cubicBezTo>
                  <a:pt x="6896100" y="4745341"/>
                  <a:pt x="6443898" y="5920255"/>
                  <a:pt x="5691124" y="6836707"/>
                </a:cubicBezTo>
                <a:lnTo>
                  <a:pt x="5672766" y="6858000"/>
                </a:lnTo>
                <a:lnTo>
                  <a:pt x="4970485" y="6858000"/>
                </a:lnTo>
                <a:lnTo>
                  <a:pt x="5001136" y="6828777"/>
                </a:lnTo>
                <a:cubicBezTo>
                  <a:pt x="5866636" y="5963277"/>
                  <a:pt x="6401959" y="4767599"/>
                  <a:pt x="6401959" y="3446890"/>
                </a:cubicBezTo>
                <a:cubicBezTo>
                  <a:pt x="6401959" y="2126181"/>
                  <a:pt x="5866636" y="930504"/>
                  <a:pt x="5001136" y="65003"/>
                </a:cubicBezTo>
                <a:close/>
                <a:moveTo>
                  <a:pt x="0" y="0"/>
                </a:moveTo>
                <a:lnTo>
                  <a:pt x="4744190" y="0"/>
                </a:lnTo>
                <a:lnTo>
                  <a:pt x="4772307" y="24356"/>
                </a:lnTo>
                <a:cubicBezTo>
                  <a:pt x="5702895" y="870156"/>
                  <a:pt x="6287130" y="2090295"/>
                  <a:pt x="6287130" y="3446890"/>
                </a:cubicBezTo>
                <a:cubicBezTo>
                  <a:pt x="6287130" y="4723685"/>
                  <a:pt x="5769607" y="5879606"/>
                  <a:pt x="4932884" y="6716328"/>
                </a:cubicBezTo>
                <a:lnTo>
                  <a:pt x="478429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7E57287-8BAC-3B70-7819-DF4F5DD955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59366" y="1219199"/>
            <a:ext cx="3846847" cy="49688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D6A1A60-A88E-DFAD-1327-6174BD4A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348" y="157935"/>
            <a:ext cx="3847436" cy="81915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B03BB-6595-9C25-EB1D-DA4731A86BAE}"/>
              </a:ext>
            </a:extLst>
          </p:cNvPr>
          <p:cNvSpPr/>
          <p:nvPr userDrawn="1"/>
        </p:nvSpPr>
        <p:spPr>
          <a:xfrm>
            <a:off x="0" y="335280"/>
            <a:ext cx="1164336" cy="10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94140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AFF191-C5CD-B1D7-923B-866EE1D98441}"/>
              </a:ext>
            </a:extLst>
          </p:cNvPr>
          <p:cNvSpPr/>
          <p:nvPr userDrawn="1"/>
        </p:nvSpPr>
        <p:spPr>
          <a:xfrm>
            <a:off x="0" y="-1"/>
            <a:ext cx="12192000" cy="68699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cercle&#10;&#10;Description générée automatiquement">
            <a:extLst>
              <a:ext uri="{FF2B5EF4-FFF2-40B4-BE49-F238E27FC236}">
                <a16:creationId xmlns:a16="http://schemas.microsoft.com/office/drawing/2014/main" id="{4B4D50D7-9083-2B1D-D53F-2893FA369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01" t="22049" b="21953"/>
          <a:stretch/>
        </p:blipFill>
        <p:spPr>
          <a:xfrm>
            <a:off x="0" y="-2"/>
            <a:ext cx="7753350" cy="6869927"/>
          </a:xfrm>
          <a:prstGeom prst="rect">
            <a:avLst/>
          </a:pr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8A7499A9-18CC-9EED-5E70-E19504D6AF7C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7462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1372D57-3A95-AD85-ED24-D056A8C7D4AF}"/>
              </a:ext>
            </a:extLst>
          </p:cNvPr>
          <p:cNvSpPr/>
          <p:nvPr userDrawn="1"/>
        </p:nvSpPr>
        <p:spPr>
          <a:xfrm>
            <a:off x="-3101008" y="-1260446"/>
            <a:ext cx="9434387" cy="9434387"/>
          </a:xfrm>
          <a:prstGeom prst="arc">
            <a:avLst>
              <a:gd name="adj1" fmla="val 18741829"/>
              <a:gd name="adj2" fmla="val 2784343"/>
            </a:avLst>
          </a:prstGeom>
          <a:ln w="139700" cap="rnd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242" y="2246929"/>
            <a:ext cx="4253534" cy="3852245"/>
          </a:xfrm>
        </p:spPr>
        <p:txBody>
          <a:bodyPr anchor="t" anchorCtr="0"/>
          <a:lstStyle>
            <a:lvl1pPr marL="92075" indent="0">
              <a:buFont typeface="Arial" panose="020B0604020202020204" pitchFamily="34" charset="0"/>
              <a:buNone/>
              <a:defRPr sz="3200">
                <a:solidFill>
                  <a:schemeClr val="accent3"/>
                </a:solidFill>
              </a:defRPr>
            </a:lvl1pPr>
            <a:lvl2pPr marL="92075" indent="-92075">
              <a:spcBef>
                <a:spcPts val="1200"/>
              </a:spcBef>
              <a:buSzPct val="25000"/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AC28CC3-29FF-2450-53B9-A79B62A17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0539" y="6557448"/>
            <a:ext cx="763261" cy="1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3877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44FFB-0C88-EC9A-6C8E-B323483E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7F980-D5C1-DE58-4887-9EBAF17D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ED576-B347-0A0E-28F1-E2C1B715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F09B5-7736-974F-2BB5-20522149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2E98A0-F0A2-75B4-F463-AF3196B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 descr="Une image contenant cercle&#10;&#10;Description générée automatiquement">
            <a:extLst>
              <a:ext uri="{FF2B5EF4-FFF2-40B4-BE49-F238E27FC236}">
                <a16:creationId xmlns:a16="http://schemas.microsoft.com/office/drawing/2014/main" id="{7E598110-53B4-07C8-E05E-C0FA9522B3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816" y="3576101"/>
            <a:ext cx="2653030" cy="2653030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DF8CD5C0-227D-022D-FF28-F7DE3E1BFF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086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BA85396-0878-1A63-7A2F-8F8FA42C698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52366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1618946-2B5A-22BA-939B-C0A74C54310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17230" y="1219201"/>
            <a:ext cx="3287268" cy="22296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1" name="Image 10" descr="Une image contenant cercle&#10;&#10;Description générée automatiquement">
            <a:extLst>
              <a:ext uri="{FF2B5EF4-FFF2-40B4-BE49-F238E27FC236}">
                <a16:creationId xmlns:a16="http://schemas.microsoft.com/office/drawing/2014/main" id="{C638DB66-B431-ABC6-6151-89975C00E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0120" y="3576101"/>
            <a:ext cx="2653030" cy="2653030"/>
          </a:xfrm>
          <a:prstGeom prst="rect">
            <a:avLst/>
          </a:prstGeom>
        </p:spPr>
      </p:pic>
      <p:sp>
        <p:nvSpPr>
          <p:cNvPr id="12" name="Espace réservé pour une image  9">
            <a:extLst>
              <a:ext uri="{FF2B5EF4-FFF2-40B4-BE49-F238E27FC236}">
                <a16:creationId xmlns:a16="http://schemas.microsoft.com/office/drawing/2014/main" id="{AF5BEECD-38CE-3681-77E7-98D2210214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9039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  <p:pic>
        <p:nvPicPr>
          <p:cNvPr id="13" name="Image 12" descr="Une image contenant cercle&#10;&#10;Description générée automatiquement">
            <a:extLst>
              <a:ext uri="{FF2B5EF4-FFF2-40B4-BE49-F238E27FC236}">
                <a16:creationId xmlns:a16="http://schemas.microsoft.com/office/drawing/2014/main" id="{28C97726-CFC9-C626-27F5-14A36CA6C4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1560" y="3576101"/>
            <a:ext cx="2653030" cy="2653030"/>
          </a:xfrm>
          <a:prstGeom prst="rect">
            <a:avLst/>
          </a:prstGeom>
        </p:spPr>
      </p:pic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97170473-0B5B-7ECF-BD32-6846D24FC9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1830" y="3901382"/>
            <a:ext cx="2012490" cy="2025138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85994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4E772-01B1-BC12-849B-7F86BDD6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CF6B5-90DC-8125-0279-3019628C5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025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01F033-CB25-847F-0232-EFEC5EAA4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7850" y="1219200"/>
            <a:ext cx="5446776" cy="49577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BB856B-5589-934F-7940-9A4072FA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9600" y="6460684"/>
            <a:ext cx="1346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BD6DE5-8909-3B1E-928F-0217463E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38C7FD-1866-1D05-6941-3CAA3681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5605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C59BBD2-EA91-DA0B-22B3-1FAB7CC3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B4735A-FB31-52B0-633C-DDECFE68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A27790-EE7B-2135-6DB3-042DCEC9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53129-1645-5CD3-B938-692A37F32AD2}"/>
              </a:ext>
            </a:extLst>
          </p:cNvPr>
          <p:cNvSpPr/>
          <p:nvPr userDrawn="1"/>
        </p:nvSpPr>
        <p:spPr>
          <a:xfrm>
            <a:off x="0" y="286512"/>
            <a:ext cx="1164336" cy="1109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340070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0">
              <a:srgbClr val="000726"/>
            </a:gs>
            <a:gs pos="100000">
              <a:srgbClr val="000D4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8278B6-7097-4B64-855C-0E99A3F2D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85212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86" imgH="286" progId="TCLayout.ActiveDocument.1">
                  <p:embed/>
                </p:oleObj>
              </mc:Choice>
              <mc:Fallback>
                <p:oleObj name="Diapositive think-cell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8278B6-7097-4B64-855C-0E99A3F2D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2022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Espace réservé du numéro de diapositive 10">
            <a:extLst>
              <a:ext uri="{FF2B5EF4-FFF2-40B4-BE49-F238E27FC236}">
                <a16:creationId xmlns:a16="http://schemas.microsoft.com/office/drawing/2014/main" id="{57954DBE-50C9-7686-6E26-449360A4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587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A412FEE-5301-F7F2-67D8-42BF4CD65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4587" y="182003"/>
            <a:ext cx="11490264" cy="580445"/>
          </a:xfrm>
        </p:spPr>
        <p:txBody>
          <a:bodyPr anchor="t">
            <a:normAutofit/>
          </a:bodyPr>
          <a:lstStyle>
            <a:lvl1pPr>
              <a:defRPr sz="2400">
                <a:solidFill>
                  <a:srgbClr val="030F4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E2634F-1261-95C3-1298-8BD40E47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BD97BA-DC2E-7385-0B9A-55BAEA7186AC}"/>
              </a:ext>
            </a:extLst>
          </p:cNvPr>
          <p:cNvSpPr/>
          <p:nvPr userDrawn="1"/>
        </p:nvSpPr>
        <p:spPr>
          <a:xfrm>
            <a:off x="10470776" y="6423318"/>
            <a:ext cx="977153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pied de page 5">
            <a:extLst>
              <a:ext uri="{FF2B5EF4-FFF2-40B4-BE49-F238E27FC236}">
                <a16:creationId xmlns:a16="http://schemas.microsoft.com/office/drawing/2014/main" id="{75B6F0B6-F973-A172-9EA4-1C10449F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5271" y="6356351"/>
            <a:ext cx="32766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DF16F5A9-389E-94CD-D65F-A65B27F2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6784" y="6470293"/>
            <a:ext cx="496824" cy="365125"/>
          </a:xfrm>
        </p:spPr>
        <p:txBody>
          <a:bodyPr/>
          <a:lstStyle/>
          <a:p>
            <a:fld id="{917C272F-FE32-E843-83C0-7ABF6FE31D1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6669A51-42BA-5283-DA1B-48B0FE3C02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54" y="276856"/>
            <a:ext cx="496333" cy="3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4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+ conten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41CE44-C4D3-1F4A-8CFB-7CBCD3F7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7C272F-FE32-E843-83C0-7ABF6FE31D10}" type="slidenum">
              <a:rPr kumimoji="0" lang="fr-FR" sz="800" b="1" i="0" u="none" strike="noStrike" kern="1200" cap="none" spc="0" normalizeH="0" baseline="0" noProof="0" smtClean="0">
                <a:ln>
                  <a:noFill/>
                </a:ln>
                <a:solidFill>
                  <a:srgbClr val="030F4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800" b="1" i="0" u="none" strike="noStrike" kern="1200" cap="none" spc="0" normalizeH="0" baseline="0" noProof="0">
              <a:ln>
                <a:noFill/>
              </a:ln>
              <a:solidFill>
                <a:srgbClr val="030F4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Marcador de texto 14">
            <a:extLst>
              <a:ext uri="{FF2B5EF4-FFF2-40B4-BE49-F238E27FC236}">
                <a16:creationId xmlns:a16="http://schemas.microsoft.com/office/drawing/2014/main" id="{5A9F0E86-C0D1-4504-9BF7-6E890791A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5199" y="1585987"/>
            <a:ext cx="6934200" cy="4525433"/>
          </a:xfrm>
        </p:spPr>
        <p:txBody>
          <a:bodyPr numCol="2" spcCol="648000">
            <a:normAutofit/>
          </a:bodyPr>
          <a:lstStyle>
            <a:lvl1pPr>
              <a:lnSpc>
                <a:spcPct val="130000"/>
              </a:lnSpc>
              <a:defRPr sz="1067" b="0" cap="none" baseline="0">
                <a:solidFill>
                  <a:srgbClr val="030F40"/>
                </a:solidFill>
                <a:latin typeface="+mn-lt"/>
              </a:defRPr>
            </a:lvl1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</a:t>
            </a:r>
            <a:r>
              <a:rPr lang="es-ES" err="1"/>
              <a:t>Nam</a:t>
            </a:r>
            <a:r>
              <a:rPr lang="es-ES"/>
              <a:t> ultrices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, ac lobortis </a:t>
            </a:r>
            <a:r>
              <a:rPr lang="es-ES" err="1"/>
              <a:t>quam</a:t>
            </a:r>
            <a:r>
              <a:rPr lang="es-ES"/>
              <a:t> </a:t>
            </a:r>
            <a:r>
              <a:rPr lang="es-ES" err="1"/>
              <a:t>egestas</a:t>
            </a:r>
            <a:r>
              <a:rPr lang="es-ES"/>
              <a:t> id. </a:t>
            </a:r>
            <a:r>
              <a:rPr lang="es-ES" err="1"/>
              <a:t>Curabitur</a:t>
            </a:r>
            <a:r>
              <a:rPr lang="es-ES"/>
              <a:t> et </a:t>
            </a:r>
            <a:r>
              <a:rPr lang="es-ES" err="1"/>
              <a:t>molestie</a:t>
            </a:r>
            <a:r>
              <a:rPr lang="es-ES"/>
              <a:t> magna.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elementum</a:t>
            </a:r>
            <a:r>
              <a:rPr lang="es-ES"/>
              <a:t> </a:t>
            </a:r>
            <a:r>
              <a:rPr lang="es-ES" err="1"/>
              <a:t>purus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 scelerisque neque. </a:t>
            </a:r>
            <a:r>
              <a:rPr lang="es-ES" err="1"/>
              <a:t>Pellentesque</a:t>
            </a:r>
            <a:r>
              <a:rPr lang="es-ES"/>
              <a:t> et </a:t>
            </a:r>
            <a:r>
              <a:rPr lang="es-ES" err="1"/>
              <a:t>elit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massa</a:t>
            </a:r>
            <a:r>
              <a:rPr lang="es-ES"/>
              <a:t> ultrices, </a:t>
            </a:r>
            <a:r>
              <a:rPr lang="es-ES" err="1"/>
              <a:t>rutrum</a:t>
            </a:r>
            <a:r>
              <a:rPr lang="es-ES"/>
              <a:t> </a:t>
            </a:r>
            <a:r>
              <a:rPr lang="es-ES" err="1"/>
              <a:t>risus</a:t>
            </a:r>
            <a:r>
              <a:rPr lang="es-ES"/>
              <a:t> </a:t>
            </a:r>
            <a:r>
              <a:rPr lang="es-ES" err="1"/>
              <a:t>vel</a:t>
            </a:r>
            <a:r>
              <a:rPr lang="es-ES"/>
              <a:t>,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. In </a:t>
            </a:r>
            <a:r>
              <a:rPr lang="es-ES" err="1"/>
              <a:t>fringilla</a:t>
            </a:r>
            <a:r>
              <a:rPr lang="es-ES"/>
              <a:t>, urna a commodo tincidunt, </a:t>
            </a:r>
            <a:r>
              <a:rPr lang="es-ES" err="1"/>
              <a:t>risus</a:t>
            </a:r>
            <a:r>
              <a:rPr lang="es-ES"/>
              <a:t> ante </a:t>
            </a:r>
            <a:r>
              <a:rPr lang="es-ES" err="1"/>
              <a:t>imperdiet</a:t>
            </a:r>
            <a:r>
              <a:rPr lang="es-ES"/>
              <a:t> justo, et </a:t>
            </a:r>
            <a:r>
              <a:rPr lang="es-ES" err="1"/>
              <a:t>suscipit</a:t>
            </a:r>
            <a:r>
              <a:rPr lang="es-ES"/>
              <a:t> odio mi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orci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sem</a:t>
            </a:r>
            <a:r>
              <a:rPr lang="es-ES"/>
              <a:t>. </a:t>
            </a:r>
            <a:r>
              <a:rPr lang="es-ES" err="1"/>
              <a:t>Etiam</a:t>
            </a:r>
            <a:r>
              <a:rPr lang="es-ES"/>
              <a:t> </a:t>
            </a:r>
            <a:r>
              <a:rPr lang="es-ES" err="1"/>
              <a:t>blandit</a:t>
            </a:r>
            <a:r>
              <a:rPr lang="es-ES"/>
              <a:t> </a:t>
            </a:r>
            <a:r>
              <a:rPr lang="es-ES" err="1"/>
              <a:t>sodales</a:t>
            </a:r>
            <a:r>
              <a:rPr lang="es-ES"/>
              <a:t> magna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. </a:t>
            </a:r>
            <a:r>
              <a:rPr lang="es-ES" err="1"/>
              <a:t>Suspendisse</a:t>
            </a:r>
            <a:r>
              <a:rPr lang="es-ES"/>
              <a:t> </a:t>
            </a:r>
            <a:r>
              <a:rPr lang="es-ES" err="1"/>
              <a:t>gravida</a:t>
            </a:r>
            <a:r>
              <a:rPr lang="es-ES"/>
              <a:t> </a:t>
            </a:r>
            <a:r>
              <a:rPr lang="es-ES" err="1"/>
              <a:t>nulla</a:t>
            </a:r>
            <a:r>
              <a:rPr lang="es-ES"/>
              <a:t> vitae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quis commodo </a:t>
            </a:r>
            <a:r>
              <a:rPr lang="es-ES" err="1"/>
              <a:t>orci</a:t>
            </a:r>
            <a:r>
              <a:rPr lang="es-ES"/>
              <a:t> </a:t>
            </a:r>
            <a:r>
              <a:rPr lang="es-ES" err="1"/>
              <a:t>aliquet</a:t>
            </a:r>
            <a:r>
              <a:rPr lang="es-ES"/>
              <a:t>. </a:t>
            </a:r>
            <a:r>
              <a:rPr lang="es-ES" err="1"/>
              <a:t>Donec</a:t>
            </a:r>
            <a:r>
              <a:rPr lang="es-ES"/>
              <a:t> et </a:t>
            </a:r>
            <a:r>
              <a:rPr lang="es-ES" err="1"/>
              <a:t>sollicitudin</a:t>
            </a:r>
            <a:r>
              <a:rPr lang="es-ES"/>
              <a:t> urna,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Curabitur</a:t>
            </a:r>
            <a:r>
              <a:rPr lang="es-ES"/>
              <a:t> vitae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Sed et </a:t>
            </a:r>
            <a:r>
              <a:rPr lang="es-ES" err="1"/>
              <a:t>hendrerit</a:t>
            </a:r>
            <a:r>
              <a:rPr lang="es-ES"/>
              <a:t> ex,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est</a:t>
            </a:r>
            <a:r>
              <a:rPr lang="es-ES"/>
              <a:t>. In </a:t>
            </a:r>
            <a:r>
              <a:rPr lang="es-ES" err="1"/>
              <a:t>hac</a:t>
            </a:r>
            <a:r>
              <a:rPr lang="es-ES"/>
              <a:t> </a:t>
            </a:r>
            <a:r>
              <a:rPr lang="es-ES" err="1"/>
              <a:t>habitasse</a:t>
            </a:r>
            <a:r>
              <a:rPr lang="es-ES"/>
              <a:t> platea </a:t>
            </a:r>
            <a:r>
              <a:rPr lang="es-ES" err="1"/>
              <a:t>dictumst</a:t>
            </a:r>
            <a:r>
              <a:rPr lang="es-ES"/>
              <a:t>. </a:t>
            </a:r>
            <a:r>
              <a:rPr lang="es-ES" err="1"/>
              <a:t>Phasellus</a:t>
            </a:r>
            <a:r>
              <a:rPr lang="es-ES"/>
              <a:t> </a:t>
            </a:r>
            <a:r>
              <a:rPr lang="es-ES" err="1"/>
              <a:t>efficitur</a:t>
            </a:r>
            <a:r>
              <a:rPr lang="es-ES"/>
              <a:t> </a:t>
            </a:r>
            <a:r>
              <a:rPr lang="es-ES" err="1"/>
              <a:t>accumsan</a:t>
            </a:r>
            <a:r>
              <a:rPr lang="es-ES"/>
              <a:t> </a:t>
            </a:r>
            <a:r>
              <a:rPr lang="es-ES" err="1"/>
              <a:t>pharetra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</a:t>
            </a:r>
          </a:p>
          <a:p>
            <a:pPr lvl="0"/>
            <a:endParaRPr lang="es-ES"/>
          </a:p>
          <a:p>
            <a:pPr lvl="0"/>
            <a:r>
              <a:rPr lang="es-ES" err="1"/>
              <a:t>Donec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, justo sed </a:t>
            </a:r>
            <a:r>
              <a:rPr lang="es-ES" err="1"/>
              <a:t>pretium</a:t>
            </a:r>
            <a:r>
              <a:rPr lang="es-ES"/>
              <a:t> tincidunt, neque </a:t>
            </a:r>
            <a:r>
              <a:rPr lang="es-ES" err="1"/>
              <a:t>diam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 </a:t>
            </a:r>
            <a:r>
              <a:rPr lang="es-ES" err="1"/>
              <a:t>lectus</a:t>
            </a:r>
            <a:r>
              <a:rPr lang="es-ES"/>
              <a:t>, a </a:t>
            </a:r>
            <a:r>
              <a:rPr lang="es-ES" err="1"/>
              <a:t>dignissim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</a:t>
            </a:r>
            <a:r>
              <a:rPr lang="es-ES" err="1"/>
              <a:t>metus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nisi</a:t>
            </a:r>
            <a:r>
              <a:rPr lang="es-ES"/>
              <a:t>. </a:t>
            </a:r>
            <a:r>
              <a:rPr lang="es-ES" err="1"/>
              <a:t>Pellentesque</a:t>
            </a:r>
            <a:r>
              <a:rPr lang="es-ES"/>
              <a:t> ut </a:t>
            </a:r>
            <a:r>
              <a:rPr lang="es-ES" err="1"/>
              <a:t>mattis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. </a:t>
            </a:r>
            <a:r>
              <a:rPr lang="es-ES" err="1"/>
              <a:t>Maecenas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non </a:t>
            </a:r>
            <a:r>
              <a:rPr lang="es-ES" err="1"/>
              <a:t>sem</a:t>
            </a:r>
            <a:r>
              <a:rPr lang="es-ES"/>
              <a:t> </a:t>
            </a:r>
            <a:r>
              <a:rPr lang="es-ES" err="1"/>
              <a:t>bibendum</a:t>
            </a:r>
            <a:r>
              <a:rPr lang="es-ES"/>
              <a:t> </a:t>
            </a:r>
            <a:r>
              <a:rPr lang="es-ES" err="1"/>
              <a:t>imperdiet</a:t>
            </a:r>
            <a:r>
              <a:rPr lang="es-ES"/>
              <a:t> </a:t>
            </a:r>
            <a:r>
              <a:rPr lang="es-ES" err="1"/>
              <a:t>luctus</a:t>
            </a:r>
            <a:r>
              <a:rPr lang="es-ES"/>
              <a:t> at </a:t>
            </a:r>
            <a:r>
              <a:rPr lang="es-ES" err="1"/>
              <a:t>diam</a:t>
            </a:r>
            <a:r>
              <a:rPr lang="es-ES"/>
              <a:t>. </a:t>
            </a:r>
            <a:r>
              <a:rPr lang="es-ES" err="1"/>
              <a:t>Duis</a:t>
            </a:r>
            <a:r>
              <a:rPr lang="es-ES"/>
              <a:t> </a:t>
            </a:r>
            <a:r>
              <a:rPr lang="es-ES" err="1"/>
              <a:t>cursus</a:t>
            </a:r>
            <a:r>
              <a:rPr lang="es-ES"/>
              <a:t> </a:t>
            </a:r>
            <a:r>
              <a:rPr lang="es-ES" err="1"/>
              <a:t>velit</a:t>
            </a:r>
            <a:r>
              <a:rPr lang="es-ES"/>
              <a:t> ut </a:t>
            </a:r>
            <a:r>
              <a:rPr lang="es-ES" err="1"/>
              <a:t>bibendum</a:t>
            </a:r>
            <a:r>
              <a:rPr lang="es-ES"/>
              <a:t> laoreet. </a:t>
            </a:r>
            <a:r>
              <a:rPr lang="es-ES" err="1"/>
              <a:t>Integer</a:t>
            </a:r>
            <a:r>
              <a:rPr lang="es-ES"/>
              <a:t> </a:t>
            </a:r>
            <a:r>
              <a:rPr lang="es-ES" err="1"/>
              <a:t>posuere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dictum</a:t>
            </a:r>
            <a:r>
              <a:rPr lang="es-ES"/>
              <a:t> </a:t>
            </a:r>
            <a:r>
              <a:rPr lang="es-ES" err="1"/>
              <a:t>sagittis</a:t>
            </a:r>
            <a:r>
              <a:rPr lang="es-ES"/>
              <a:t>. </a:t>
            </a:r>
            <a:r>
              <a:rPr lang="es-ES" err="1"/>
              <a:t>Vivamus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felis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. </a:t>
            </a:r>
            <a:r>
              <a:rPr lang="es-ES" err="1"/>
              <a:t>Fusce</a:t>
            </a:r>
            <a:r>
              <a:rPr lang="es-ES"/>
              <a:t> </a:t>
            </a:r>
            <a:r>
              <a:rPr lang="es-ES" err="1"/>
              <a:t>eget</a:t>
            </a:r>
            <a:r>
              <a:rPr lang="es-ES"/>
              <a:t> urna </a:t>
            </a:r>
            <a:r>
              <a:rPr lang="es-ES" err="1"/>
              <a:t>pharetra</a:t>
            </a:r>
            <a:r>
              <a:rPr lang="es-ES"/>
              <a:t>, vehicula </a:t>
            </a:r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iaculis</a:t>
            </a:r>
            <a:r>
              <a:rPr lang="es-ES"/>
              <a:t> </a:t>
            </a:r>
            <a:r>
              <a:rPr lang="es-ES" err="1"/>
              <a:t>enim</a:t>
            </a:r>
            <a:r>
              <a:rPr lang="es-ES"/>
              <a:t>. </a:t>
            </a:r>
            <a:r>
              <a:rPr lang="es-ES" err="1"/>
              <a:t>Morbi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</a:t>
            </a:r>
            <a:r>
              <a:rPr lang="es-ES" err="1"/>
              <a:t>luctus</a:t>
            </a:r>
            <a:r>
              <a:rPr lang="es-ES"/>
              <a:t> a </a:t>
            </a:r>
            <a:r>
              <a:rPr lang="es-ES" err="1"/>
              <a:t>fermentum</a:t>
            </a:r>
            <a:r>
              <a:rPr lang="es-ES"/>
              <a:t> ac, </a:t>
            </a:r>
            <a:r>
              <a:rPr lang="es-ES" err="1"/>
              <a:t>condimentum</a:t>
            </a:r>
            <a:r>
              <a:rPr lang="es-ES"/>
              <a:t> vitae dolor. Sed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neque, </a:t>
            </a:r>
            <a:r>
              <a:rPr lang="es-ES" err="1"/>
              <a:t>vel</a:t>
            </a:r>
            <a:r>
              <a:rPr lang="es-ES"/>
              <a:t> </a:t>
            </a:r>
            <a:r>
              <a:rPr lang="es-ES" err="1"/>
              <a:t>pellentesque</a:t>
            </a:r>
            <a:r>
              <a:rPr lang="es-ES"/>
              <a:t> </a:t>
            </a:r>
            <a:r>
              <a:rPr lang="es-ES" err="1"/>
              <a:t>erat</a:t>
            </a:r>
            <a:r>
              <a:rPr lang="es-ES"/>
              <a:t>. </a:t>
            </a:r>
            <a:r>
              <a:rPr lang="es-ES" err="1"/>
              <a:t>Aliquam</a:t>
            </a:r>
            <a:r>
              <a:rPr lang="es-ES"/>
              <a:t> commodo,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varius</a:t>
            </a:r>
            <a:r>
              <a:rPr lang="es-ES"/>
              <a:t> </a:t>
            </a:r>
            <a:r>
              <a:rPr lang="es-ES" err="1"/>
              <a:t>ultricies</a:t>
            </a:r>
            <a:r>
              <a:rPr lang="es-ES"/>
              <a:t> </a:t>
            </a:r>
            <a:r>
              <a:rPr lang="es-ES" err="1"/>
              <a:t>hendrerit</a:t>
            </a:r>
            <a:r>
              <a:rPr lang="es-ES"/>
              <a:t>, </a:t>
            </a:r>
            <a:r>
              <a:rPr lang="es-ES" err="1"/>
              <a:t>velit</a:t>
            </a:r>
            <a:r>
              <a:rPr lang="es-ES"/>
              <a:t> tortor ultrices </a:t>
            </a:r>
            <a:r>
              <a:rPr lang="es-ES" err="1"/>
              <a:t>nisi</a:t>
            </a:r>
            <a:r>
              <a:rPr lang="es-ES"/>
              <a:t>, </a:t>
            </a:r>
            <a:r>
              <a:rPr lang="es-ES" err="1"/>
              <a:t>nec</a:t>
            </a:r>
            <a:r>
              <a:rPr lang="es-ES"/>
              <a:t> </a:t>
            </a:r>
            <a:r>
              <a:rPr lang="es-ES" err="1"/>
              <a:t>ullamcorper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 </a:t>
            </a:r>
            <a:r>
              <a:rPr lang="es-ES" err="1"/>
              <a:t>lacus</a:t>
            </a:r>
            <a:r>
              <a:rPr lang="es-ES"/>
              <a:t> ut tortor. Quisque </a:t>
            </a:r>
            <a:r>
              <a:rPr lang="es-ES" err="1"/>
              <a:t>nisi</a:t>
            </a:r>
            <a:r>
              <a:rPr lang="es-ES"/>
              <a:t> </a:t>
            </a:r>
            <a:r>
              <a:rPr lang="es-ES" err="1"/>
              <a:t>ligula</a:t>
            </a:r>
            <a:r>
              <a:rPr lang="es-ES"/>
              <a:t>, </a:t>
            </a:r>
            <a:r>
              <a:rPr lang="es-ES" err="1"/>
              <a:t>rutrum</a:t>
            </a:r>
            <a:r>
              <a:rPr lang="es-ES"/>
              <a:t> ut ultrices a, </a:t>
            </a:r>
            <a:r>
              <a:rPr lang="es-ES" err="1"/>
              <a:t>posuere</a:t>
            </a:r>
            <a:r>
              <a:rPr lang="es-ES"/>
              <a:t> et </a:t>
            </a:r>
            <a:r>
              <a:rPr lang="es-ES" err="1"/>
              <a:t>diam</a:t>
            </a:r>
            <a:r>
              <a:rPr lang="es-ES"/>
              <a:t>. Sed </a:t>
            </a:r>
            <a:r>
              <a:rPr lang="es-ES" err="1"/>
              <a:t>sollicitudin</a:t>
            </a:r>
            <a:r>
              <a:rPr lang="es-ES"/>
              <a:t> </a:t>
            </a:r>
            <a:r>
              <a:rPr lang="es-ES" err="1"/>
              <a:t>quam</a:t>
            </a:r>
            <a:r>
              <a:rPr lang="es-ES"/>
              <a:t> sed </a:t>
            </a:r>
            <a:r>
              <a:rPr lang="es-ES" err="1"/>
              <a:t>arcu</a:t>
            </a:r>
            <a:r>
              <a:rPr lang="es-ES"/>
              <a:t> </a:t>
            </a:r>
            <a:r>
              <a:rPr lang="es-ES" err="1"/>
              <a:t>rutrum</a:t>
            </a:r>
            <a:r>
              <a:rPr lang="es-ES"/>
              <a:t>,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finibus</a:t>
            </a:r>
            <a:r>
              <a:rPr lang="es-ES"/>
              <a:t> magna </a:t>
            </a:r>
            <a:r>
              <a:rPr lang="es-ES" err="1"/>
              <a:t>dapibus</a:t>
            </a:r>
            <a:r>
              <a:rPr lang="es-ES"/>
              <a:t>. </a:t>
            </a:r>
            <a:r>
              <a:rPr lang="es-ES" err="1"/>
              <a:t>Vestibulum</a:t>
            </a:r>
            <a:r>
              <a:rPr lang="es-ES"/>
              <a:t> at justo </a:t>
            </a:r>
            <a:r>
              <a:rPr lang="es-ES" err="1"/>
              <a:t>lectus</a:t>
            </a:r>
            <a:r>
              <a:rPr lang="es-ES"/>
              <a:t>. Quisque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condimentum</a:t>
            </a:r>
            <a:r>
              <a:rPr lang="es-ES"/>
              <a:t> </a:t>
            </a:r>
            <a:r>
              <a:rPr lang="es-ES" err="1"/>
              <a:t>sapien</a:t>
            </a:r>
            <a:r>
              <a:rPr lang="es-ES"/>
              <a:t>. </a:t>
            </a:r>
            <a:r>
              <a:rPr lang="es-ES" err="1"/>
              <a:t>Aenean</a:t>
            </a:r>
            <a:r>
              <a:rPr lang="es-ES"/>
              <a:t> </a:t>
            </a:r>
            <a:r>
              <a:rPr lang="es-ES" err="1"/>
              <a:t>eu</a:t>
            </a:r>
            <a:r>
              <a:rPr lang="es-ES"/>
              <a:t> </a:t>
            </a:r>
            <a:r>
              <a:rPr lang="es-ES" err="1"/>
              <a:t>maximus</a:t>
            </a:r>
            <a:r>
              <a:rPr lang="es-ES"/>
              <a:t> </a:t>
            </a:r>
            <a:r>
              <a:rPr lang="es-ES" err="1"/>
              <a:t>nisl</a:t>
            </a:r>
            <a:r>
              <a:rPr lang="es-ES"/>
              <a:t>, id </a:t>
            </a:r>
            <a:r>
              <a:rPr lang="es-ES" err="1"/>
              <a:t>sagittis</a:t>
            </a:r>
            <a:r>
              <a:rPr lang="es-ES"/>
              <a:t> </a:t>
            </a:r>
            <a:r>
              <a:rPr lang="es-ES" err="1"/>
              <a:t>arcu</a:t>
            </a:r>
            <a:r>
              <a:rPr lang="es-ES"/>
              <a:t>.</a:t>
            </a:r>
          </a:p>
        </p:txBody>
      </p:sp>
      <p:sp>
        <p:nvSpPr>
          <p:cNvPr id="14" name="Marcador de posición de imagen 21">
            <a:extLst>
              <a:ext uri="{FF2B5EF4-FFF2-40B4-BE49-F238E27FC236}">
                <a16:creationId xmlns:a16="http://schemas.microsoft.com/office/drawing/2014/main" id="{2B19A98E-4CA6-4D2A-B18E-1A86894501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270605"/>
            <a:ext cx="4256315" cy="4939108"/>
          </a:xfrm>
          <a:custGeom>
            <a:avLst/>
            <a:gdLst>
              <a:gd name="connsiteX0" fmla="*/ 0 w 3344863"/>
              <a:gd name="connsiteY0" fmla="*/ 0 h 4721225"/>
              <a:gd name="connsiteX1" fmla="*/ 3344863 w 3344863"/>
              <a:gd name="connsiteY1" fmla="*/ 0 h 4721225"/>
              <a:gd name="connsiteX2" fmla="*/ 3344863 w 3344863"/>
              <a:gd name="connsiteY2" fmla="*/ 4721225 h 4721225"/>
              <a:gd name="connsiteX3" fmla="*/ 0 w 3344863"/>
              <a:gd name="connsiteY3" fmla="*/ 4721225 h 4721225"/>
              <a:gd name="connsiteX4" fmla="*/ 0 w 3344863"/>
              <a:gd name="connsiteY4" fmla="*/ 0 h 4721225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4863"/>
              <a:gd name="connsiteY0" fmla="*/ 3175 h 4724400"/>
              <a:gd name="connsiteX1" fmla="*/ 2941638 w 3344863"/>
              <a:gd name="connsiteY1" fmla="*/ 0 h 4724400"/>
              <a:gd name="connsiteX2" fmla="*/ 3344863 w 3344863"/>
              <a:gd name="connsiteY2" fmla="*/ 4724400 h 4724400"/>
              <a:gd name="connsiteX3" fmla="*/ 0 w 3344863"/>
              <a:gd name="connsiteY3" fmla="*/ 4724400 h 4724400"/>
              <a:gd name="connsiteX4" fmla="*/ 0 w 3344863"/>
              <a:gd name="connsiteY4" fmla="*/ 3175 h 4724400"/>
              <a:gd name="connsiteX0" fmla="*/ 0 w 3347465"/>
              <a:gd name="connsiteY0" fmla="*/ 3175 h 4724400"/>
              <a:gd name="connsiteX1" fmla="*/ 2941638 w 3347465"/>
              <a:gd name="connsiteY1" fmla="*/ 0 h 4724400"/>
              <a:gd name="connsiteX2" fmla="*/ 3344863 w 3347465"/>
              <a:gd name="connsiteY2" fmla="*/ 4724400 h 4724400"/>
              <a:gd name="connsiteX3" fmla="*/ 0 w 3347465"/>
              <a:gd name="connsiteY3" fmla="*/ 4724400 h 4724400"/>
              <a:gd name="connsiteX4" fmla="*/ 0 w 3347465"/>
              <a:gd name="connsiteY4" fmla="*/ 3175 h 4724400"/>
              <a:gd name="connsiteX0" fmla="*/ 0 w 3347595"/>
              <a:gd name="connsiteY0" fmla="*/ 0 h 4721225"/>
              <a:gd name="connsiteX1" fmla="*/ 2963863 w 3347595"/>
              <a:gd name="connsiteY1" fmla="*/ 0 h 4721225"/>
              <a:gd name="connsiteX2" fmla="*/ 3344863 w 3347595"/>
              <a:gd name="connsiteY2" fmla="*/ 4721225 h 4721225"/>
              <a:gd name="connsiteX3" fmla="*/ 0 w 3347595"/>
              <a:gd name="connsiteY3" fmla="*/ 4721225 h 4721225"/>
              <a:gd name="connsiteX4" fmla="*/ 0 w 3347595"/>
              <a:gd name="connsiteY4" fmla="*/ 0 h 472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7595" h="4721225">
                <a:moveTo>
                  <a:pt x="0" y="0"/>
                </a:moveTo>
                <a:lnTo>
                  <a:pt x="2963863" y="0"/>
                </a:lnTo>
                <a:cubicBezTo>
                  <a:pt x="2968096" y="1641475"/>
                  <a:pt x="3385080" y="2917825"/>
                  <a:pt x="3344863" y="4721225"/>
                </a:cubicBezTo>
                <a:lnTo>
                  <a:pt x="0" y="472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50237" t="-7023" r="-42515" b="-74685"/>
            </a:stretch>
          </a:blipFill>
        </p:spPr>
        <p:txBody>
          <a:bodyPr/>
          <a:lstStyle/>
          <a:p>
            <a:r>
              <a:rPr lang="es-ES"/>
              <a:t> 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7C26D757-4F0A-40B7-A2E7-BD50FF3F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991" y="0"/>
            <a:ext cx="10746407" cy="10071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62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7EAB03D-1773-960E-F88D-816800B2FF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7020" y="6423318"/>
            <a:ext cx="857961" cy="27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13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ED4B4-0880-0284-ACE9-69E62DA69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6AADA1-DC54-3A08-C5F7-45E79B1B8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5FF9EB-2728-26E0-C54F-9D5C29C8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DC07A-D019-582D-37D1-12B6FB76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1FFF4-87B0-00D4-5993-BC6E252E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743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5E536-3D65-F259-6906-9C06BD10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AA30A-AE4B-B6A7-36AD-8FFD037E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B48DF6-EA1E-783B-2FDF-552E2D9D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C603A-25BA-DE1F-C4C7-C8337485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9D30A1-12EB-8673-5266-B6A062A6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0418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15676-3793-BC8E-F0BB-6F5510B0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93EB3-79F2-4BEB-AB89-247FD5B8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0A3FAA-C5F7-C9B7-39D4-0C9C429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B3FA80-41ED-5380-7905-BF2CEB7A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CDB6F-0E13-9FB1-B523-E5A6C925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2759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18DF5-044E-6864-6F6A-F797738AC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7A7F76-73C4-CEDA-0D8C-DF282E352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AEB8A7-A135-9694-4953-3A967A5E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61A257-BD70-EB32-8C6C-BD792649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59410F-5E6F-0E5A-EE77-A9BAC55B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A0D4B-6319-0CE3-BC21-651C1E7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5438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24856-119E-C5B0-CBD5-7B2F66AE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E754F2-BEA9-45AC-4486-150705A97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EB1AF2-4B3B-1503-01FB-582ECCE2B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E6676C6-A188-CE3E-8760-774194B58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2199F4-6995-1896-3918-812FC0C43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373D17-9CF6-5842-87D0-C13013B5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9249E1-98CF-C1F2-4198-59C4F376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BE53BE-5CD1-7A00-5741-CBED5AB5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1777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B8EA1-6563-0469-A0E5-DD474AEA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EED114-63DC-8C2B-6624-C6EA1DEE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BCC9FE-297C-00EC-10D2-42D1039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8495AD-CB4B-E45F-B6D2-99F0CD27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25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FC444F-1D25-1D8B-F92C-3CD85EF5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855AE7-DD74-A1FA-30B1-22B441B0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D3363-02B8-1BDA-024B-00B6BFD3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5123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AAA9B-91D5-5684-0052-5F4440A6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86C6B6-4C60-929C-56C4-3FCEB93A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BF2A3D-10AC-A0DF-D0A0-02FCD0FD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615B46-986D-0991-38BF-1B683BD5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2C336F-6372-9F0D-44A1-AB4C11AF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90AC7B-A905-44DA-4105-11F94FE4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6366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3A090-549B-F25D-42C3-A54EE188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385FA1-4525-D137-C749-22768D18F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81FBDD-58C1-3201-8C99-7708CC15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36D63F-1EF8-8CCA-5EA8-F19BE64C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333C6E-BCC6-1B30-7DE3-2910BC80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DC1972-E03B-B642-D3A3-21095DB3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6548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A8C0C-A96D-1D1A-B09F-C1FA302D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EBC1A-062E-563D-4784-9866A03A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3B680-8160-CBE8-FB70-99A1ED79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6617B-3D95-59EB-CA31-7F7DEDF88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D80096-A21E-E91F-4604-E5D36FCF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554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B3BA73-74C9-5088-E446-5E0820CEA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428DE3-26A3-FA49-8E3C-4869DD01A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07A971-B0AF-D0CC-1623-C8D64A2C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03DD3B-5596-7DB1-551F-E7D3808A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7E855-F2B6-8705-FE50-DACD5C19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3934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 3 - blanc">
    <p:bg>
      <p:bgPr>
        <a:solidFill>
          <a:srgbClr val="030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42ADF39-C50C-43E6-BB4E-9BC6963A3B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89308" y="1341120"/>
            <a:ext cx="13032271" cy="78819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C0D4B87-46D2-4D3C-B268-A5B3395566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2224" y="623808"/>
            <a:ext cx="5827552" cy="1225353"/>
          </a:xfrm>
        </p:spPr>
        <p:txBody>
          <a:bodyPr anchor="b">
            <a:noAutofit/>
          </a:bodyPr>
          <a:lstStyle>
            <a:lvl1pPr algn="ctr">
              <a:defRPr sz="3733" b="1" i="0" cap="all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05A82B-C770-4DE0-B469-0B6F84FB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302" y="2176251"/>
            <a:ext cx="5827553" cy="9775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fr-FR"/>
              <a:t>Modifiez le style des sous-titres </a:t>
            </a:r>
          </a:p>
          <a:p>
            <a:r>
              <a:rPr lang="fr-FR"/>
              <a:t>du masque</a:t>
            </a:r>
            <a:endParaRPr lang="en-US"/>
          </a:p>
        </p:txBody>
      </p:sp>
      <p:pic>
        <p:nvPicPr>
          <p:cNvPr id="7" name="Image 6" descr="Une image contenant texte, clipart, lumière&#10;&#10;Description générée automatiquement">
            <a:extLst>
              <a:ext uri="{FF2B5EF4-FFF2-40B4-BE49-F238E27FC236}">
                <a16:creationId xmlns:a16="http://schemas.microsoft.com/office/drawing/2014/main" id="{60D36147-A3C9-461B-9F30-C8CDA57867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40765" y="5945372"/>
            <a:ext cx="2106627" cy="6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7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" userDrawn="1">
  <p:cSld name="Title + text ">
    <p:bg>
      <p:bgRef idx="1001">
        <a:schemeClr val="bg1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1;p4">
            <a:extLst>
              <a:ext uri="{FF2B5EF4-FFF2-40B4-BE49-F238E27FC236}">
                <a16:creationId xmlns:a16="http://schemas.microsoft.com/office/drawing/2014/main" id="{EBA768B9-3A07-F942-8389-0E6EF72EC437}"/>
              </a:ext>
            </a:extLst>
          </p:cNvPr>
          <p:cNvSpPr/>
          <p:nvPr userDrawn="1"/>
        </p:nvSpPr>
        <p:spPr>
          <a:xfrm rot="10800000" flipH="1">
            <a:off x="713666" y="-3267"/>
            <a:ext cx="503069" cy="6959124"/>
          </a:xfrm>
          <a:prstGeom prst="rect">
            <a:avLst/>
          </a:prstGeom>
          <a:gradFill flip="none" rotWithShape="1">
            <a:gsLst>
              <a:gs pos="0">
                <a:srgbClr val="FF7500"/>
              </a:gs>
              <a:gs pos="50000">
                <a:srgbClr val="FF7500">
                  <a:tint val="44500"/>
                  <a:satMod val="160000"/>
                </a:srgbClr>
              </a:gs>
              <a:gs pos="100000">
                <a:srgbClr val="FF750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Espace réservé du numéro de diapositive 1">
            <a:extLst>
              <a:ext uri="{FF2B5EF4-FFF2-40B4-BE49-F238E27FC236}">
                <a16:creationId xmlns:a16="http://schemas.microsoft.com/office/drawing/2014/main" id="{7C17AD04-16DE-CD48-A70B-5247417F1431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409045" y="6333135"/>
            <a:ext cx="731600" cy="524800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FE1CAAA1-56E2-4547-B6D9-0770B174E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04803" y="2125133"/>
            <a:ext cx="9504241" cy="4074584"/>
          </a:xfrm>
        </p:spPr>
        <p:txBody>
          <a:bodyPr/>
          <a:lstStyle>
            <a:lvl1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828754" indent="-406390">
              <a:spcBef>
                <a:spcPts val="133"/>
              </a:spcBef>
              <a:buClr>
                <a:srgbClr val="FF7500"/>
              </a:buClr>
              <a:buFont typeface="Arial" panose="020B0604020202020204" pitchFamily="34" charset="0"/>
              <a:buChar char="•"/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33"/>
              </a:spcBef>
              <a:buClr>
                <a:srgbClr val="FF7500"/>
              </a:buClr>
              <a:defRPr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8" name="Google Shape;66;p4">
            <a:extLst>
              <a:ext uri="{FF2B5EF4-FFF2-40B4-BE49-F238E27FC236}">
                <a16:creationId xmlns:a16="http://schemas.microsoft.com/office/drawing/2014/main" id="{FA3E49C0-1207-154B-B9DA-D5A9E431EB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3665" y="636627"/>
            <a:ext cx="10439388" cy="387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 b="1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426954BD-F342-AB40-93AE-29C25085A2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3665" y="1024227"/>
            <a:ext cx="7012516" cy="387600"/>
          </a:xfrm>
          <a:solidFill>
            <a:schemeClr val="bg1"/>
          </a:solidFill>
          <a:ln>
            <a:noFill/>
          </a:ln>
        </p:spPr>
        <p:txBody>
          <a:bodyPr lIns="0" tIns="0" rIns="0" bIns="0" anchor="ctr"/>
          <a:lstStyle>
            <a:lvl1pPr marL="203195" indent="0">
              <a:buFontTx/>
              <a:buNone/>
              <a:defRPr sz="1600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Espace réservé du contenu 4">
            <a:extLst>
              <a:ext uri="{FF2B5EF4-FFF2-40B4-BE49-F238E27FC236}">
                <a16:creationId xmlns:a16="http://schemas.microsoft.com/office/drawing/2014/main" id="{D97A983A-32C5-8E4D-BAE4-887CC1FDEF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7351" y="6553201"/>
            <a:ext cx="3983567" cy="226484"/>
          </a:xfrm>
        </p:spPr>
        <p:txBody>
          <a:bodyPr/>
          <a:lstStyle>
            <a:lvl1pPr marL="203195" indent="0" algn="ctr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12780" indent="0">
              <a:buFont typeface="Arial" panose="020B0604020202020204" pitchFamily="34" charset="0"/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2236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031949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641534" indent="0">
              <a:buNone/>
              <a:defRPr sz="1067">
                <a:solidFill>
                  <a:srgbClr val="191D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435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 bwMode="gray">
          <a:xfrm>
            <a:off x="478367" y="403201"/>
            <a:ext cx="10562167" cy="1404963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25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defRPr sz="17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 bwMode="gray">
          <a:xfrm>
            <a:off x="478367" y="1808163"/>
            <a:ext cx="10562167" cy="4213225"/>
          </a:xfrm>
        </p:spPr>
        <p:txBody>
          <a:bodyPr/>
          <a:lstStyle>
            <a:lvl1pPr marL="720000" indent="-720000">
              <a:lnSpc>
                <a:spcPct val="100000"/>
              </a:lnSpc>
              <a:spcBef>
                <a:spcPts val="3600"/>
              </a:spcBef>
              <a:spcAft>
                <a:spcPts val="360"/>
              </a:spcAft>
              <a:tabLst>
                <a:tab pos="630000" algn="r"/>
                <a:tab pos="720000" algn="l"/>
              </a:tabLst>
              <a:defRPr sz="1500">
                <a:solidFill>
                  <a:schemeClr val="accent6"/>
                </a:solidFill>
              </a:defRPr>
            </a:lvl1pPr>
            <a:lvl2pPr marL="720000" indent="-720000">
              <a:lnSpc>
                <a:spcPct val="100000"/>
              </a:lnSpc>
              <a:tabLst>
                <a:tab pos="630000" algn="r"/>
                <a:tab pos="720000" algn="l"/>
              </a:tabLst>
              <a:defRPr sz="1200"/>
            </a:lvl2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endParaRPr lang="fr-FR" alt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fr-FR" altLang="fr-FR"/>
              <a:t>CitySphère - Réunion Core Team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F002F169-18FD-44E9-97D3-E92CE43342A9}" type="slidenum">
              <a:rPr lang="fr-FR" altLang="fr-FR" smtClean="0"/>
              <a:pPr/>
              <a:t>‹N°›</a:t>
            </a:fld>
            <a:r>
              <a:rPr lang="fr-FR" altLang="fr-FR"/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29485512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4418" y="203200"/>
            <a:ext cx="10943167" cy="6120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0"/>
          </p:nvPr>
        </p:nvSpPr>
        <p:spPr>
          <a:xfrm>
            <a:off x="624418" y="1592264"/>
            <a:ext cx="10983383" cy="4410075"/>
          </a:xfrm>
          <a:prstGeom prst="rect">
            <a:avLst/>
          </a:prstGeom>
        </p:spPr>
        <p:txBody>
          <a:bodyPr/>
          <a:lstStyle>
            <a:lvl1pPr marL="0" indent="0"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C34486F-2F64-425B-BA53-F5106D2763B8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934149-8C06-1CAC-56DA-1E2F8E7BC2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79266" y="6213513"/>
            <a:ext cx="1440677" cy="458214"/>
          </a:xfrm>
          <a:prstGeom prst="rect">
            <a:avLst/>
          </a:prstGeom>
        </p:spPr>
      </p:pic>
      <p:pic>
        <p:nvPicPr>
          <p:cNvPr id="8" name="Image 7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E2402512-FDCB-8D91-4D14-B9F3C77C1E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" y="6008577"/>
            <a:ext cx="1495064" cy="5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theme" Target="../theme/theme2.xml"/><Relationship Id="rId20" Type="http://schemas.openxmlformats.org/officeDocument/2006/relationships/tags" Target="../tags/tag1.xml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10.emf"/><Relationship Id="rId23" Type="http://schemas.openxmlformats.org/officeDocument/2006/relationships/image" Target="../media/image11.png"/><Relationship Id="rId24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e 37">
            <a:extLst>
              <a:ext uri="{FF2B5EF4-FFF2-40B4-BE49-F238E27FC236}">
                <a16:creationId xmlns:a16="http://schemas.microsoft.com/office/drawing/2014/main" id="{41035ABD-D3D2-8EE0-A17E-FB1DC50FB471}"/>
              </a:ext>
            </a:extLst>
          </p:cNvPr>
          <p:cNvGrpSpPr/>
          <p:nvPr userDrawn="1"/>
        </p:nvGrpSpPr>
        <p:grpSpPr bwMode="gray">
          <a:xfrm>
            <a:off x="5759400" y="6450808"/>
            <a:ext cx="673200" cy="168027"/>
            <a:chOff x="5759104" y="6476905"/>
            <a:chExt cx="673200" cy="168027"/>
          </a:xfrm>
          <a:solidFill>
            <a:schemeClr val="tx1"/>
          </a:solidFill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C26C7F12-8483-B84F-9A65-4DC0C89178EA}"/>
                </a:ext>
              </a:extLst>
            </p:cNvPr>
            <p:cNvSpPr/>
            <p:nvPr/>
          </p:nvSpPr>
          <p:spPr bwMode="gray">
            <a:xfrm>
              <a:off x="6062013" y="6513006"/>
              <a:ext cx="370291" cy="92946"/>
            </a:xfrm>
            <a:custGeom>
              <a:avLst/>
              <a:gdLst>
                <a:gd name="connsiteX0" fmla="*/ 388911 w 2169363"/>
                <a:gd name="connsiteY0" fmla="*/ 272203 h 544521"/>
                <a:gd name="connsiteX1" fmla="*/ 128069 w 2169363"/>
                <a:gd name="connsiteY1" fmla="*/ 176726 h 544521"/>
                <a:gd name="connsiteX2" fmla="*/ 105576 w 2169363"/>
                <a:gd name="connsiteY2" fmla="*/ 144135 h 544521"/>
                <a:gd name="connsiteX3" fmla="*/ 140462 w 2169363"/>
                <a:gd name="connsiteY3" fmla="*/ 109363 h 544521"/>
                <a:gd name="connsiteX4" fmla="*/ 423568 w 2169363"/>
                <a:gd name="connsiteY4" fmla="*/ 109363 h 544521"/>
                <a:gd name="connsiteX5" fmla="*/ 423568 w 2169363"/>
                <a:gd name="connsiteY5" fmla="*/ 7000 h 544521"/>
                <a:gd name="connsiteX6" fmla="*/ 137594 w 2169363"/>
                <a:gd name="connsiteY6" fmla="*/ 7000 h 544521"/>
                <a:gd name="connsiteX7" fmla="*/ 459 w 2169363"/>
                <a:gd name="connsiteY7" fmla="*/ 144135 h 544521"/>
                <a:gd name="connsiteX8" fmla="*/ 88592 w 2169363"/>
                <a:gd name="connsiteY8" fmla="*/ 272318 h 544521"/>
                <a:gd name="connsiteX9" fmla="*/ 349435 w 2169363"/>
                <a:gd name="connsiteY9" fmla="*/ 367796 h 544521"/>
                <a:gd name="connsiteX10" fmla="*/ 371927 w 2169363"/>
                <a:gd name="connsiteY10" fmla="*/ 400387 h 544521"/>
                <a:gd name="connsiteX11" fmla="*/ 337041 w 2169363"/>
                <a:gd name="connsiteY11" fmla="*/ 435158 h 544521"/>
                <a:gd name="connsiteX12" fmla="*/ 0 w 2169363"/>
                <a:gd name="connsiteY12" fmla="*/ 435158 h 544521"/>
                <a:gd name="connsiteX13" fmla="*/ 0 w 2169363"/>
                <a:gd name="connsiteY13" fmla="*/ 537521 h 544521"/>
                <a:gd name="connsiteX14" fmla="*/ 340025 w 2169363"/>
                <a:gd name="connsiteY14" fmla="*/ 537521 h 544521"/>
                <a:gd name="connsiteX15" fmla="*/ 480028 w 2169363"/>
                <a:gd name="connsiteY15" fmla="*/ 400387 h 544521"/>
                <a:gd name="connsiteX16" fmla="*/ 388911 w 2169363"/>
                <a:gd name="connsiteY16" fmla="*/ 272203 h 544521"/>
                <a:gd name="connsiteX17" fmla="*/ 1832322 w 2169363"/>
                <a:gd name="connsiteY17" fmla="*/ 435158 h 544521"/>
                <a:gd name="connsiteX18" fmla="*/ 1797436 w 2169363"/>
                <a:gd name="connsiteY18" fmla="*/ 400387 h 544521"/>
                <a:gd name="connsiteX19" fmla="*/ 1819929 w 2169363"/>
                <a:gd name="connsiteY19" fmla="*/ 367796 h 544521"/>
                <a:gd name="connsiteX20" fmla="*/ 2080771 w 2169363"/>
                <a:gd name="connsiteY20" fmla="*/ 272318 h 544521"/>
                <a:gd name="connsiteX21" fmla="*/ 2168904 w 2169363"/>
                <a:gd name="connsiteY21" fmla="*/ 144135 h 544521"/>
                <a:gd name="connsiteX22" fmla="*/ 2031770 w 2169363"/>
                <a:gd name="connsiteY22" fmla="*/ 7000 h 544521"/>
                <a:gd name="connsiteX23" fmla="*/ 1745796 w 2169363"/>
                <a:gd name="connsiteY23" fmla="*/ 7000 h 544521"/>
                <a:gd name="connsiteX24" fmla="*/ 1745796 w 2169363"/>
                <a:gd name="connsiteY24" fmla="*/ 109363 h 544521"/>
                <a:gd name="connsiteX25" fmla="*/ 2028901 w 2169363"/>
                <a:gd name="connsiteY25" fmla="*/ 109363 h 544521"/>
                <a:gd name="connsiteX26" fmla="*/ 2063787 w 2169363"/>
                <a:gd name="connsiteY26" fmla="*/ 144135 h 544521"/>
                <a:gd name="connsiteX27" fmla="*/ 2041295 w 2169363"/>
                <a:gd name="connsiteY27" fmla="*/ 176726 h 544521"/>
                <a:gd name="connsiteX28" fmla="*/ 1780452 w 2169363"/>
                <a:gd name="connsiteY28" fmla="*/ 272203 h 544521"/>
                <a:gd name="connsiteX29" fmla="*/ 1689336 w 2169363"/>
                <a:gd name="connsiteY29" fmla="*/ 400387 h 544521"/>
                <a:gd name="connsiteX30" fmla="*/ 1829339 w 2169363"/>
                <a:gd name="connsiteY30" fmla="*/ 537521 h 544521"/>
                <a:gd name="connsiteX31" fmla="*/ 2169363 w 2169363"/>
                <a:gd name="connsiteY31" fmla="*/ 537521 h 544521"/>
                <a:gd name="connsiteX32" fmla="*/ 2169363 w 2169363"/>
                <a:gd name="connsiteY32" fmla="*/ 435158 h 544521"/>
                <a:gd name="connsiteX33" fmla="*/ 1832322 w 2169363"/>
                <a:gd name="connsiteY33" fmla="*/ 435158 h 544521"/>
                <a:gd name="connsiteX34" fmla="*/ 907497 w 2169363"/>
                <a:gd name="connsiteY34" fmla="*/ 323729 h 544521"/>
                <a:gd name="connsiteX35" fmla="*/ 784478 w 2169363"/>
                <a:gd name="connsiteY35" fmla="*/ 445601 h 544521"/>
                <a:gd name="connsiteX36" fmla="*/ 661458 w 2169363"/>
                <a:gd name="connsiteY36" fmla="*/ 323729 h 544521"/>
                <a:gd name="connsiteX37" fmla="*/ 661458 w 2169363"/>
                <a:gd name="connsiteY37" fmla="*/ 7000 h 544521"/>
                <a:gd name="connsiteX38" fmla="*/ 550030 w 2169363"/>
                <a:gd name="connsiteY38" fmla="*/ 7000 h 544521"/>
                <a:gd name="connsiteX39" fmla="*/ 550030 w 2169363"/>
                <a:gd name="connsiteY39" fmla="*/ 331188 h 544521"/>
                <a:gd name="connsiteX40" fmla="*/ 784478 w 2169363"/>
                <a:gd name="connsiteY40" fmla="*/ 544521 h 544521"/>
                <a:gd name="connsiteX41" fmla="*/ 1018926 w 2169363"/>
                <a:gd name="connsiteY41" fmla="*/ 331188 h 544521"/>
                <a:gd name="connsiteX42" fmla="*/ 1018926 w 2169363"/>
                <a:gd name="connsiteY42" fmla="*/ 7000 h 544521"/>
                <a:gd name="connsiteX43" fmla="*/ 907497 w 2169363"/>
                <a:gd name="connsiteY43" fmla="*/ 7000 h 544521"/>
                <a:gd name="connsiteX44" fmla="*/ 907497 w 2169363"/>
                <a:gd name="connsiteY44" fmla="*/ 323729 h 544521"/>
                <a:gd name="connsiteX45" fmla="*/ 1376967 w 2169363"/>
                <a:gd name="connsiteY45" fmla="*/ 0 h 544521"/>
                <a:gd name="connsiteX46" fmla="*/ 1102928 w 2169363"/>
                <a:gd name="connsiteY46" fmla="*/ 272318 h 544521"/>
                <a:gd name="connsiteX47" fmla="*/ 1376967 w 2169363"/>
                <a:gd name="connsiteY47" fmla="*/ 544521 h 544521"/>
                <a:gd name="connsiteX48" fmla="*/ 1604530 w 2169363"/>
                <a:gd name="connsiteY48" fmla="*/ 438486 h 544521"/>
                <a:gd name="connsiteX49" fmla="*/ 1519266 w 2169363"/>
                <a:gd name="connsiteY49" fmla="*/ 377780 h 544521"/>
                <a:gd name="connsiteX50" fmla="*/ 1376853 w 2169363"/>
                <a:gd name="connsiteY50" fmla="*/ 448355 h 544521"/>
                <a:gd name="connsiteX51" fmla="*/ 1215504 w 2169363"/>
                <a:gd name="connsiteY51" fmla="*/ 310417 h 544521"/>
                <a:gd name="connsiteX52" fmla="*/ 1642629 w 2169363"/>
                <a:gd name="connsiteY52" fmla="*/ 310417 h 544521"/>
                <a:gd name="connsiteX53" fmla="*/ 1645383 w 2169363"/>
                <a:gd name="connsiteY53" fmla="*/ 272203 h 544521"/>
                <a:gd name="connsiteX54" fmla="*/ 1376967 w 2169363"/>
                <a:gd name="connsiteY54" fmla="*/ 0 h 544521"/>
                <a:gd name="connsiteX55" fmla="*/ 1218029 w 2169363"/>
                <a:gd name="connsiteY55" fmla="*/ 222514 h 544521"/>
                <a:gd name="connsiteX56" fmla="*/ 1376853 w 2169363"/>
                <a:gd name="connsiteY56" fmla="*/ 95363 h 544521"/>
                <a:gd name="connsiteX57" fmla="*/ 1535561 w 2169363"/>
                <a:gd name="connsiteY57" fmla="*/ 222514 h 544521"/>
                <a:gd name="connsiteX58" fmla="*/ 1218029 w 2169363"/>
                <a:gd name="connsiteY58" fmla="*/ 222514 h 544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69363" h="544521">
                  <a:moveTo>
                    <a:pt x="388911" y="272203"/>
                  </a:moveTo>
                  <a:lnTo>
                    <a:pt x="128069" y="176726"/>
                  </a:lnTo>
                  <a:cubicBezTo>
                    <a:pt x="114986" y="171676"/>
                    <a:pt x="105576" y="159053"/>
                    <a:pt x="105576" y="144135"/>
                  </a:cubicBezTo>
                  <a:cubicBezTo>
                    <a:pt x="105576" y="124970"/>
                    <a:pt x="121183" y="109363"/>
                    <a:pt x="140462" y="109363"/>
                  </a:cubicBezTo>
                  <a:lnTo>
                    <a:pt x="423568" y="109363"/>
                  </a:lnTo>
                  <a:lnTo>
                    <a:pt x="423568" y="7000"/>
                  </a:lnTo>
                  <a:lnTo>
                    <a:pt x="137594" y="7000"/>
                  </a:lnTo>
                  <a:cubicBezTo>
                    <a:pt x="61854" y="7000"/>
                    <a:pt x="459" y="68395"/>
                    <a:pt x="459" y="144135"/>
                  </a:cubicBezTo>
                  <a:cubicBezTo>
                    <a:pt x="459" y="202661"/>
                    <a:pt x="37066" y="252580"/>
                    <a:pt x="88592" y="272318"/>
                  </a:cubicBezTo>
                  <a:lnTo>
                    <a:pt x="349435" y="367796"/>
                  </a:lnTo>
                  <a:cubicBezTo>
                    <a:pt x="362632" y="372616"/>
                    <a:pt x="371927" y="385468"/>
                    <a:pt x="371927" y="400387"/>
                  </a:cubicBezTo>
                  <a:cubicBezTo>
                    <a:pt x="371927" y="419666"/>
                    <a:pt x="356320" y="435158"/>
                    <a:pt x="337041" y="435158"/>
                  </a:cubicBezTo>
                  <a:lnTo>
                    <a:pt x="0" y="435158"/>
                  </a:lnTo>
                  <a:lnTo>
                    <a:pt x="0" y="537521"/>
                  </a:lnTo>
                  <a:lnTo>
                    <a:pt x="340025" y="537521"/>
                  </a:lnTo>
                  <a:cubicBezTo>
                    <a:pt x="415764" y="537521"/>
                    <a:pt x="480028" y="476126"/>
                    <a:pt x="480028" y="400387"/>
                  </a:cubicBezTo>
                  <a:cubicBezTo>
                    <a:pt x="480028" y="341861"/>
                    <a:pt x="440437" y="291941"/>
                    <a:pt x="388911" y="272203"/>
                  </a:cubicBezTo>
                  <a:moveTo>
                    <a:pt x="1832322" y="435158"/>
                  </a:moveTo>
                  <a:cubicBezTo>
                    <a:pt x="1813043" y="435158"/>
                    <a:pt x="1797436" y="419551"/>
                    <a:pt x="1797436" y="400387"/>
                  </a:cubicBezTo>
                  <a:cubicBezTo>
                    <a:pt x="1797436" y="385468"/>
                    <a:pt x="1806617" y="372616"/>
                    <a:pt x="1819929" y="367796"/>
                  </a:cubicBezTo>
                  <a:lnTo>
                    <a:pt x="2080771" y="272318"/>
                  </a:lnTo>
                  <a:cubicBezTo>
                    <a:pt x="2132297" y="252580"/>
                    <a:pt x="2168904" y="202661"/>
                    <a:pt x="2168904" y="144135"/>
                  </a:cubicBezTo>
                  <a:cubicBezTo>
                    <a:pt x="2168904" y="68395"/>
                    <a:pt x="2107509" y="7000"/>
                    <a:pt x="2031770" y="7000"/>
                  </a:cubicBezTo>
                  <a:lnTo>
                    <a:pt x="1745796" y="7000"/>
                  </a:lnTo>
                  <a:lnTo>
                    <a:pt x="1745796" y="109363"/>
                  </a:lnTo>
                  <a:lnTo>
                    <a:pt x="2028901" y="109363"/>
                  </a:lnTo>
                  <a:cubicBezTo>
                    <a:pt x="2048180" y="109363"/>
                    <a:pt x="2063787" y="124970"/>
                    <a:pt x="2063787" y="144135"/>
                  </a:cubicBezTo>
                  <a:cubicBezTo>
                    <a:pt x="2063787" y="158938"/>
                    <a:pt x="2054377" y="171676"/>
                    <a:pt x="2041295" y="176726"/>
                  </a:cubicBezTo>
                  <a:lnTo>
                    <a:pt x="1780452" y="272203"/>
                  </a:lnTo>
                  <a:cubicBezTo>
                    <a:pt x="1728926" y="291941"/>
                    <a:pt x="1689336" y="341861"/>
                    <a:pt x="1689336" y="400387"/>
                  </a:cubicBezTo>
                  <a:cubicBezTo>
                    <a:pt x="1689336" y="476126"/>
                    <a:pt x="1753599" y="537521"/>
                    <a:pt x="1829339" y="537521"/>
                  </a:cubicBezTo>
                  <a:lnTo>
                    <a:pt x="2169363" y="537521"/>
                  </a:lnTo>
                  <a:lnTo>
                    <a:pt x="2169363" y="435158"/>
                  </a:lnTo>
                  <a:lnTo>
                    <a:pt x="1832322" y="435158"/>
                  </a:lnTo>
                  <a:close/>
                  <a:moveTo>
                    <a:pt x="907497" y="323729"/>
                  </a:moveTo>
                  <a:cubicBezTo>
                    <a:pt x="907841" y="404059"/>
                    <a:pt x="859070" y="445601"/>
                    <a:pt x="784478" y="445601"/>
                  </a:cubicBezTo>
                  <a:cubicBezTo>
                    <a:pt x="709886" y="445601"/>
                    <a:pt x="661114" y="404059"/>
                    <a:pt x="661458" y="323729"/>
                  </a:cubicBezTo>
                  <a:lnTo>
                    <a:pt x="661458" y="7000"/>
                  </a:lnTo>
                  <a:lnTo>
                    <a:pt x="550030" y="7000"/>
                  </a:lnTo>
                  <a:lnTo>
                    <a:pt x="550030" y="331188"/>
                  </a:lnTo>
                  <a:cubicBezTo>
                    <a:pt x="550030" y="449732"/>
                    <a:pt x="635868" y="544521"/>
                    <a:pt x="784478" y="544521"/>
                  </a:cubicBezTo>
                  <a:cubicBezTo>
                    <a:pt x="933088" y="544521"/>
                    <a:pt x="1018926" y="449732"/>
                    <a:pt x="1018926" y="331188"/>
                  </a:cubicBezTo>
                  <a:lnTo>
                    <a:pt x="1018926" y="7000"/>
                  </a:lnTo>
                  <a:lnTo>
                    <a:pt x="907497" y="7000"/>
                  </a:lnTo>
                  <a:lnTo>
                    <a:pt x="907497" y="323729"/>
                  </a:lnTo>
                  <a:close/>
                  <a:moveTo>
                    <a:pt x="1376967" y="0"/>
                  </a:moveTo>
                  <a:cubicBezTo>
                    <a:pt x="1223996" y="0"/>
                    <a:pt x="1102928" y="121872"/>
                    <a:pt x="1102928" y="272318"/>
                  </a:cubicBezTo>
                  <a:cubicBezTo>
                    <a:pt x="1102928" y="422649"/>
                    <a:pt x="1223882" y="544521"/>
                    <a:pt x="1376967" y="544521"/>
                  </a:cubicBezTo>
                  <a:cubicBezTo>
                    <a:pt x="1471642" y="544521"/>
                    <a:pt x="1548758" y="505274"/>
                    <a:pt x="1604530" y="438486"/>
                  </a:cubicBezTo>
                  <a:lnTo>
                    <a:pt x="1519266" y="377780"/>
                  </a:lnTo>
                  <a:cubicBezTo>
                    <a:pt x="1480478" y="422764"/>
                    <a:pt x="1433542" y="448355"/>
                    <a:pt x="1376853" y="448355"/>
                  </a:cubicBezTo>
                  <a:cubicBezTo>
                    <a:pt x="1297900" y="448355"/>
                    <a:pt x="1231915" y="389370"/>
                    <a:pt x="1215504" y="310417"/>
                  </a:cubicBezTo>
                  <a:lnTo>
                    <a:pt x="1642629" y="310417"/>
                  </a:lnTo>
                  <a:cubicBezTo>
                    <a:pt x="1644236" y="298483"/>
                    <a:pt x="1645383" y="284597"/>
                    <a:pt x="1645383" y="272203"/>
                  </a:cubicBezTo>
                  <a:cubicBezTo>
                    <a:pt x="1645269" y="121987"/>
                    <a:pt x="1529938" y="0"/>
                    <a:pt x="1376967" y="0"/>
                  </a:cubicBezTo>
                  <a:moveTo>
                    <a:pt x="1218029" y="222514"/>
                  </a:moveTo>
                  <a:cubicBezTo>
                    <a:pt x="1237997" y="149069"/>
                    <a:pt x="1301572" y="95363"/>
                    <a:pt x="1376853" y="95363"/>
                  </a:cubicBezTo>
                  <a:cubicBezTo>
                    <a:pt x="1452018" y="95363"/>
                    <a:pt x="1515593" y="149069"/>
                    <a:pt x="1535561" y="222514"/>
                  </a:cubicBezTo>
                  <a:lnTo>
                    <a:pt x="1218029" y="222514"/>
                  </a:lnTo>
                  <a:close/>
                </a:path>
              </a:pathLst>
            </a:custGeom>
            <a:grpFill/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7DD6DC0-DCD8-4822-2F7E-5B750F0805F5}"/>
                </a:ext>
              </a:extLst>
            </p:cNvPr>
            <p:cNvSpPr/>
            <p:nvPr/>
          </p:nvSpPr>
          <p:spPr bwMode="gray">
            <a:xfrm>
              <a:off x="5759104" y="6476905"/>
              <a:ext cx="275250" cy="168027"/>
            </a:xfrm>
            <a:custGeom>
              <a:avLst/>
              <a:gdLst>
                <a:gd name="connsiteX0" fmla="*/ 1120256 w 1612563"/>
                <a:gd name="connsiteY0" fmla="*/ 417256 h 984384"/>
                <a:gd name="connsiteX1" fmla="*/ 1195193 w 1612563"/>
                <a:gd name="connsiteY1" fmla="*/ 492192 h 984384"/>
                <a:gd name="connsiteX2" fmla="*/ 1120256 w 1612563"/>
                <a:gd name="connsiteY2" fmla="*/ 567128 h 984384"/>
                <a:gd name="connsiteX3" fmla="*/ 1102584 w 1612563"/>
                <a:gd name="connsiteY3" fmla="*/ 564948 h 984384"/>
                <a:gd name="connsiteX4" fmla="*/ 1068960 w 1612563"/>
                <a:gd name="connsiteY4" fmla="*/ 565407 h 984384"/>
                <a:gd name="connsiteX5" fmla="*/ 1040500 w 1612563"/>
                <a:gd name="connsiteY5" fmla="*/ 607752 h 984384"/>
                <a:gd name="connsiteX6" fmla="*/ 1068501 w 1612563"/>
                <a:gd name="connsiteY6" fmla="*/ 649868 h 984384"/>
                <a:gd name="connsiteX7" fmla="*/ 1120256 w 1612563"/>
                <a:gd name="connsiteY7" fmla="*/ 658360 h 984384"/>
                <a:gd name="connsiteX8" fmla="*/ 1286539 w 1612563"/>
                <a:gd name="connsiteY8" fmla="*/ 492192 h 984384"/>
                <a:gd name="connsiteX9" fmla="*/ 1120256 w 1612563"/>
                <a:gd name="connsiteY9" fmla="*/ 325909 h 984384"/>
                <a:gd name="connsiteX10" fmla="*/ 999188 w 1612563"/>
                <a:gd name="connsiteY10" fmla="*/ 378353 h 984384"/>
                <a:gd name="connsiteX11" fmla="*/ 636441 w 1612563"/>
                <a:gd name="connsiteY11" fmla="*/ 739493 h 984384"/>
                <a:gd name="connsiteX12" fmla="*/ 412780 w 1612563"/>
                <a:gd name="connsiteY12" fmla="*/ 825790 h 984384"/>
                <a:gd name="connsiteX13" fmla="*/ 176955 w 1612563"/>
                <a:gd name="connsiteY13" fmla="*/ 728132 h 984384"/>
                <a:gd name="connsiteX14" fmla="*/ 79297 w 1612563"/>
                <a:gd name="connsiteY14" fmla="*/ 492192 h 984384"/>
                <a:gd name="connsiteX15" fmla="*/ 412895 w 1612563"/>
                <a:gd name="connsiteY15" fmla="*/ 158594 h 984384"/>
                <a:gd name="connsiteX16" fmla="*/ 481979 w 1612563"/>
                <a:gd name="connsiteY16" fmla="*/ 165709 h 984384"/>
                <a:gd name="connsiteX17" fmla="*/ 523635 w 1612563"/>
                <a:gd name="connsiteY17" fmla="*/ 126118 h 984384"/>
                <a:gd name="connsiteX18" fmla="*/ 491045 w 1612563"/>
                <a:gd name="connsiteY18" fmla="*/ 86756 h 984384"/>
                <a:gd name="connsiteX19" fmla="*/ 412780 w 1612563"/>
                <a:gd name="connsiteY19" fmla="*/ 79297 h 984384"/>
                <a:gd name="connsiteX20" fmla="*/ 0 w 1612563"/>
                <a:gd name="connsiteY20" fmla="*/ 492192 h 984384"/>
                <a:gd name="connsiteX21" fmla="*/ 120954 w 1612563"/>
                <a:gd name="connsiteY21" fmla="*/ 784134 h 984384"/>
                <a:gd name="connsiteX22" fmla="*/ 412895 w 1612563"/>
                <a:gd name="connsiteY22" fmla="*/ 905087 h 984384"/>
                <a:gd name="connsiteX23" fmla="*/ 697836 w 1612563"/>
                <a:gd name="connsiteY23" fmla="*/ 790560 h 984384"/>
                <a:gd name="connsiteX24" fmla="*/ 1067124 w 1612563"/>
                <a:gd name="connsiteY24" fmla="*/ 440207 h 984384"/>
                <a:gd name="connsiteX25" fmla="*/ 1120256 w 1612563"/>
                <a:gd name="connsiteY25" fmla="*/ 417256 h 984384"/>
                <a:gd name="connsiteX26" fmla="*/ 1120142 w 1612563"/>
                <a:gd name="connsiteY26" fmla="*/ 729968 h 984384"/>
                <a:gd name="connsiteX27" fmla="*/ 1053583 w 1612563"/>
                <a:gd name="connsiteY27" fmla="*/ 722165 h 984384"/>
                <a:gd name="connsiteX28" fmla="*/ 1007909 w 1612563"/>
                <a:gd name="connsiteY28" fmla="*/ 767838 h 984384"/>
                <a:gd name="connsiteX29" fmla="*/ 1039008 w 1612563"/>
                <a:gd name="connsiteY29" fmla="*/ 811101 h 984384"/>
                <a:gd name="connsiteX30" fmla="*/ 1120142 w 1612563"/>
                <a:gd name="connsiteY30" fmla="*/ 821430 h 984384"/>
                <a:gd name="connsiteX31" fmla="*/ 1449379 w 1612563"/>
                <a:gd name="connsiteY31" fmla="*/ 492192 h 984384"/>
                <a:gd name="connsiteX32" fmla="*/ 1120142 w 1612563"/>
                <a:gd name="connsiteY32" fmla="*/ 162955 h 984384"/>
                <a:gd name="connsiteX33" fmla="*/ 883398 w 1612563"/>
                <a:gd name="connsiteY33" fmla="*/ 263711 h 984384"/>
                <a:gd name="connsiteX34" fmla="*/ 552095 w 1612563"/>
                <a:gd name="connsiteY34" fmla="*/ 631851 h 984384"/>
                <a:gd name="connsiteX35" fmla="*/ 412895 w 1612563"/>
                <a:gd name="connsiteY35" fmla="*/ 689459 h 984384"/>
                <a:gd name="connsiteX36" fmla="*/ 215513 w 1612563"/>
                <a:gd name="connsiteY36" fmla="*/ 492077 h 984384"/>
                <a:gd name="connsiteX37" fmla="*/ 413010 w 1612563"/>
                <a:gd name="connsiteY37" fmla="*/ 294696 h 984384"/>
                <a:gd name="connsiteX38" fmla="*/ 457191 w 1612563"/>
                <a:gd name="connsiteY38" fmla="*/ 299515 h 984384"/>
                <a:gd name="connsiteX39" fmla="*/ 495750 w 1612563"/>
                <a:gd name="connsiteY39" fmla="*/ 259924 h 984384"/>
                <a:gd name="connsiteX40" fmla="*/ 464880 w 1612563"/>
                <a:gd name="connsiteY40" fmla="*/ 220333 h 984384"/>
                <a:gd name="connsiteX41" fmla="*/ 413010 w 1612563"/>
                <a:gd name="connsiteY41" fmla="*/ 215399 h 984384"/>
                <a:gd name="connsiteX42" fmla="*/ 136446 w 1612563"/>
                <a:gd name="connsiteY42" fmla="*/ 492077 h 984384"/>
                <a:gd name="connsiteX43" fmla="*/ 413125 w 1612563"/>
                <a:gd name="connsiteY43" fmla="*/ 768756 h 984384"/>
                <a:gd name="connsiteX44" fmla="*/ 618539 w 1612563"/>
                <a:gd name="connsiteY44" fmla="*/ 677065 h 984384"/>
                <a:gd name="connsiteX45" fmla="*/ 942154 w 1612563"/>
                <a:gd name="connsiteY45" fmla="*/ 334746 h 984384"/>
                <a:gd name="connsiteX46" fmla="*/ 1120256 w 1612563"/>
                <a:gd name="connsiteY46" fmla="*/ 254301 h 984384"/>
                <a:gd name="connsiteX47" fmla="*/ 1358147 w 1612563"/>
                <a:gd name="connsiteY47" fmla="*/ 492192 h 984384"/>
                <a:gd name="connsiteX48" fmla="*/ 1120142 w 1612563"/>
                <a:gd name="connsiteY48" fmla="*/ 729968 h 984384"/>
                <a:gd name="connsiteX49" fmla="*/ 1468199 w 1612563"/>
                <a:gd name="connsiteY49" fmla="*/ 144135 h 984384"/>
                <a:gd name="connsiteX50" fmla="*/ 1120256 w 1612563"/>
                <a:gd name="connsiteY50" fmla="*/ 0 h 984384"/>
                <a:gd name="connsiteX51" fmla="*/ 722853 w 1612563"/>
                <a:gd name="connsiteY51" fmla="*/ 202087 h 984384"/>
                <a:gd name="connsiteX52" fmla="*/ 461208 w 1612563"/>
                <a:gd name="connsiteY52" fmla="*/ 529373 h 984384"/>
                <a:gd name="connsiteX53" fmla="*/ 412895 w 1612563"/>
                <a:gd name="connsiteY53" fmla="*/ 553243 h 984384"/>
                <a:gd name="connsiteX54" fmla="*/ 351730 w 1612563"/>
                <a:gd name="connsiteY54" fmla="*/ 492077 h 984384"/>
                <a:gd name="connsiteX55" fmla="*/ 412895 w 1612563"/>
                <a:gd name="connsiteY55" fmla="*/ 430912 h 984384"/>
                <a:gd name="connsiteX56" fmla="*/ 429191 w 1612563"/>
                <a:gd name="connsiteY56" fmla="*/ 431601 h 984384"/>
                <a:gd name="connsiteX57" fmla="*/ 467978 w 1612563"/>
                <a:gd name="connsiteY57" fmla="*/ 392124 h 984384"/>
                <a:gd name="connsiteX58" fmla="*/ 417830 w 1612563"/>
                <a:gd name="connsiteY58" fmla="*/ 350926 h 984384"/>
                <a:gd name="connsiteX59" fmla="*/ 272547 w 1612563"/>
                <a:gd name="connsiteY59" fmla="*/ 491963 h 984384"/>
                <a:gd name="connsiteX60" fmla="*/ 413010 w 1612563"/>
                <a:gd name="connsiteY60" fmla="*/ 632425 h 984384"/>
                <a:gd name="connsiteX61" fmla="*/ 516521 w 1612563"/>
                <a:gd name="connsiteY61" fmla="*/ 586752 h 984384"/>
                <a:gd name="connsiteX62" fmla="*/ 803757 w 1612563"/>
                <a:gd name="connsiteY62" fmla="*/ 246727 h 984384"/>
                <a:gd name="connsiteX63" fmla="*/ 1120256 w 1612563"/>
                <a:gd name="connsiteY63" fmla="*/ 91346 h 984384"/>
                <a:gd name="connsiteX64" fmla="*/ 1403706 w 1612563"/>
                <a:gd name="connsiteY64" fmla="*/ 208743 h 984384"/>
                <a:gd name="connsiteX65" fmla="*/ 1521102 w 1612563"/>
                <a:gd name="connsiteY65" fmla="*/ 492192 h 984384"/>
                <a:gd name="connsiteX66" fmla="*/ 1120256 w 1612563"/>
                <a:gd name="connsiteY66" fmla="*/ 893038 h 984384"/>
                <a:gd name="connsiteX67" fmla="*/ 1021680 w 1612563"/>
                <a:gd name="connsiteY67" fmla="*/ 881562 h 984384"/>
                <a:gd name="connsiteX68" fmla="*/ 974974 w 1612563"/>
                <a:gd name="connsiteY68" fmla="*/ 927580 h 984384"/>
                <a:gd name="connsiteX69" fmla="*/ 1004696 w 1612563"/>
                <a:gd name="connsiteY69" fmla="*/ 970384 h 984384"/>
                <a:gd name="connsiteX70" fmla="*/ 1120371 w 1612563"/>
                <a:gd name="connsiteY70" fmla="*/ 984384 h 984384"/>
                <a:gd name="connsiteX71" fmla="*/ 1612563 w 1612563"/>
                <a:gd name="connsiteY71" fmla="*/ 492307 h 984384"/>
                <a:gd name="connsiteX72" fmla="*/ 1468199 w 1612563"/>
                <a:gd name="connsiteY72" fmla="*/ 144135 h 98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612563" h="984384">
                  <a:moveTo>
                    <a:pt x="1120256" y="417256"/>
                  </a:moveTo>
                  <a:cubicBezTo>
                    <a:pt x="1161569" y="417256"/>
                    <a:pt x="1195193" y="450880"/>
                    <a:pt x="1195193" y="492192"/>
                  </a:cubicBezTo>
                  <a:cubicBezTo>
                    <a:pt x="1195193" y="533505"/>
                    <a:pt x="1161569" y="567128"/>
                    <a:pt x="1120256" y="567128"/>
                  </a:cubicBezTo>
                  <a:cubicBezTo>
                    <a:pt x="1114633" y="567128"/>
                    <a:pt x="1102813" y="565063"/>
                    <a:pt x="1102584" y="564948"/>
                  </a:cubicBezTo>
                  <a:cubicBezTo>
                    <a:pt x="1098797" y="564030"/>
                    <a:pt x="1081354" y="560472"/>
                    <a:pt x="1068960" y="565407"/>
                  </a:cubicBezTo>
                  <a:cubicBezTo>
                    <a:pt x="1052320" y="572178"/>
                    <a:pt x="1040500" y="588588"/>
                    <a:pt x="1040500" y="607752"/>
                  </a:cubicBezTo>
                  <a:cubicBezTo>
                    <a:pt x="1040500" y="626113"/>
                    <a:pt x="1053927" y="644474"/>
                    <a:pt x="1068501" y="649868"/>
                  </a:cubicBezTo>
                  <a:cubicBezTo>
                    <a:pt x="1082960" y="655147"/>
                    <a:pt x="1104190" y="658360"/>
                    <a:pt x="1120256" y="658360"/>
                  </a:cubicBezTo>
                  <a:cubicBezTo>
                    <a:pt x="1211947" y="658360"/>
                    <a:pt x="1286539" y="583768"/>
                    <a:pt x="1286539" y="492192"/>
                  </a:cubicBezTo>
                  <a:cubicBezTo>
                    <a:pt x="1286539" y="400501"/>
                    <a:pt x="1211947" y="325909"/>
                    <a:pt x="1120256" y="325909"/>
                  </a:cubicBezTo>
                  <a:cubicBezTo>
                    <a:pt x="1074583" y="325909"/>
                    <a:pt x="1030402" y="345074"/>
                    <a:pt x="999188" y="378353"/>
                  </a:cubicBezTo>
                  <a:cubicBezTo>
                    <a:pt x="999188" y="378353"/>
                    <a:pt x="705755" y="679934"/>
                    <a:pt x="636441" y="739493"/>
                  </a:cubicBezTo>
                  <a:cubicBezTo>
                    <a:pt x="574817" y="792511"/>
                    <a:pt x="500455" y="825790"/>
                    <a:pt x="412780" y="825790"/>
                  </a:cubicBezTo>
                  <a:cubicBezTo>
                    <a:pt x="323729" y="825790"/>
                    <a:pt x="239957" y="791134"/>
                    <a:pt x="176955" y="728132"/>
                  </a:cubicBezTo>
                  <a:cubicBezTo>
                    <a:pt x="113954" y="665131"/>
                    <a:pt x="79297" y="581243"/>
                    <a:pt x="79297" y="492192"/>
                  </a:cubicBezTo>
                  <a:cubicBezTo>
                    <a:pt x="79297" y="308237"/>
                    <a:pt x="228940" y="158594"/>
                    <a:pt x="412895" y="158594"/>
                  </a:cubicBezTo>
                  <a:cubicBezTo>
                    <a:pt x="448470" y="158594"/>
                    <a:pt x="472454" y="165135"/>
                    <a:pt x="481979" y="165709"/>
                  </a:cubicBezTo>
                  <a:cubicBezTo>
                    <a:pt x="504930" y="166971"/>
                    <a:pt x="523635" y="148036"/>
                    <a:pt x="523635" y="126118"/>
                  </a:cubicBezTo>
                  <a:cubicBezTo>
                    <a:pt x="523635" y="107068"/>
                    <a:pt x="509635" y="90084"/>
                    <a:pt x="491045" y="86756"/>
                  </a:cubicBezTo>
                  <a:cubicBezTo>
                    <a:pt x="491045" y="86756"/>
                    <a:pt x="455126" y="79297"/>
                    <a:pt x="412780" y="79297"/>
                  </a:cubicBezTo>
                  <a:cubicBezTo>
                    <a:pt x="185218" y="79297"/>
                    <a:pt x="0" y="264515"/>
                    <a:pt x="0" y="492192"/>
                  </a:cubicBezTo>
                  <a:cubicBezTo>
                    <a:pt x="0" y="602473"/>
                    <a:pt x="42919" y="706099"/>
                    <a:pt x="120954" y="784134"/>
                  </a:cubicBezTo>
                  <a:cubicBezTo>
                    <a:pt x="198874" y="862168"/>
                    <a:pt x="302614" y="905087"/>
                    <a:pt x="412895" y="905087"/>
                  </a:cubicBezTo>
                  <a:cubicBezTo>
                    <a:pt x="519848" y="905087"/>
                    <a:pt x="620720" y="864463"/>
                    <a:pt x="697836" y="790560"/>
                  </a:cubicBezTo>
                  <a:lnTo>
                    <a:pt x="1067124" y="440207"/>
                  </a:lnTo>
                  <a:cubicBezTo>
                    <a:pt x="1082042" y="425977"/>
                    <a:pt x="1096846" y="417256"/>
                    <a:pt x="1120256" y="417256"/>
                  </a:cubicBezTo>
                  <a:moveTo>
                    <a:pt x="1120142" y="729968"/>
                  </a:moveTo>
                  <a:cubicBezTo>
                    <a:pt x="1082616" y="729968"/>
                    <a:pt x="1066550" y="722165"/>
                    <a:pt x="1053583" y="722165"/>
                  </a:cubicBezTo>
                  <a:cubicBezTo>
                    <a:pt x="1028451" y="722165"/>
                    <a:pt x="1007909" y="742706"/>
                    <a:pt x="1007909" y="767838"/>
                  </a:cubicBezTo>
                  <a:cubicBezTo>
                    <a:pt x="1007909" y="787347"/>
                    <a:pt x="1021336" y="805708"/>
                    <a:pt x="1039008" y="811101"/>
                  </a:cubicBezTo>
                  <a:cubicBezTo>
                    <a:pt x="1056681" y="816380"/>
                    <a:pt x="1088469" y="821430"/>
                    <a:pt x="1120142" y="821430"/>
                  </a:cubicBezTo>
                  <a:cubicBezTo>
                    <a:pt x="1301687" y="821430"/>
                    <a:pt x="1449379" y="673737"/>
                    <a:pt x="1449379" y="492192"/>
                  </a:cubicBezTo>
                  <a:cubicBezTo>
                    <a:pt x="1449379" y="310647"/>
                    <a:pt x="1301687" y="162955"/>
                    <a:pt x="1120142" y="162955"/>
                  </a:cubicBezTo>
                  <a:cubicBezTo>
                    <a:pt x="1031320" y="162955"/>
                    <a:pt x="945367" y="199677"/>
                    <a:pt x="883398" y="263711"/>
                  </a:cubicBezTo>
                  <a:lnTo>
                    <a:pt x="552095" y="631851"/>
                  </a:lnTo>
                  <a:cubicBezTo>
                    <a:pt x="514799" y="669032"/>
                    <a:pt x="465339" y="689459"/>
                    <a:pt x="412895" y="689459"/>
                  </a:cubicBezTo>
                  <a:cubicBezTo>
                    <a:pt x="304106" y="689459"/>
                    <a:pt x="215513" y="600982"/>
                    <a:pt x="215513" y="492077"/>
                  </a:cubicBezTo>
                  <a:cubicBezTo>
                    <a:pt x="215513" y="383288"/>
                    <a:pt x="304106" y="294696"/>
                    <a:pt x="413010" y="294696"/>
                  </a:cubicBezTo>
                  <a:cubicBezTo>
                    <a:pt x="438371" y="294696"/>
                    <a:pt x="446404" y="299515"/>
                    <a:pt x="457191" y="299515"/>
                  </a:cubicBezTo>
                  <a:cubicBezTo>
                    <a:pt x="476126" y="299515"/>
                    <a:pt x="495750" y="283335"/>
                    <a:pt x="495750" y="259924"/>
                  </a:cubicBezTo>
                  <a:cubicBezTo>
                    <a:pt x="495750" y="241104"/>
                    <a:pt x="482667" y="224235"/>
                    <a:pt x="464880" y="220333"/>
                  </a:cubicBezTo>
                  <a:cubicBezTo>
                    <a:pt x="450765" y="217235"/>
                    <a:pt x="429764" y="215399"/>
                    <a:pt x="413010" y="215399"/>
                  </a:cubicBezTo>
                  <a:cubicBezTo>
                    <a:pt x="260498" y="215399"/>
                    <a:pt x="136446" y="339566"/>
                    <a:pt x="136446" y="492077"/>
                  </a:cubicBezTo>
                  <a:cubicBezTo>
                    <a:pt x="136446" y="644589"/>
                    <a:pt x="260498" y="768756"/>
                    <a:pt x="413125" y="768756"/>
                  </a:cubicBezTo>
                  <a:cubicBezTo>
                    <a:pt x="538210" y="768756"/>
                    <a:pt x="607523" y="688541"/>
                    <a:pt x="618539" y="677065"/>
                  </a:cubicBezTo>
                  <a:lnTo>
                    <a:pt x="942154" y="334746"/>
                  </a:lnTo>
                  <a:cubicBezTo>
                    <a:pt x="987368" y="283564"/>
                    <a:pt x="1052320" y="254301"/>
                    <a:pt x="1120256" y="254301"/>
                  </a:cubicBezTo>
                  <a:cubicBezTo>
                    <a:pt x="1251423" y="254301"/>
                    <a:pt x="1358147" y="361025"/>
                    <a:pt x="1358147" y="492192"/>
                  </a:cubicBezTo>
                  <a:cubicBezTo>
                    <a:pt x="1358032" y="623244"/>
                    <a:pt x="1251309" y="729968"/>
                    <a:pt x="1120142" y="729968"/>
                  </a:cubicBezTo>
                  <a:moveTo>
                    <a:pt x="1468199" y="144135"/>
                  </a:moveTo>
                  <a:cubicBezTo>
                    <a:pt x="1375246" y="51182"/>
                    <a:pt x="1251653" y="0"/>
                    <a:pt x="1120256" y="0"/>
                  </a:cubicBezTo>
                  <a:cubicBezTo>
                    <a:pt x="963957" y="0"/>
                    <a:pt x="815347" y="75625"/>
                    <a:pt x="722853" y="202087"/>
                  </a:cubicBezTo>
                  <a:cubicBezTo>
                    <a:pt x="722853" y="202087"/>
                    <a:pt x="473601" y="513766"/>
                    <a:pt x="461208" y="529373"/>
                  </a:cubicBezTo>
                  <a:cubicBezTo>
                    <a:pt x="448814" y="545095"/>
                    <a:pt x="430682" y="553243"/>
                    <a:pt x="412895" y="553243"/>
                  </a:cubicBezTo>
                  <a:cubicBezTo>
                    <a:pt x="379157" y="553243"/>
                    <a:pt x="351730" y="525816"/>
                    <a:pt x="351730" y="492077"/>
                  </a:cubicBezTo>
                  <a:cubicBezTo>
                    <a:pt x="351730" y="458339"/>
                    <a:pt x="379157" y="430912"/>
                    <a:pt x="412895" y="430912"/>
                  </a:cubicBezTo>
                  <a:cubicBezTo>
                    <a:pt x="419207" y="430912"/>
                    <a:pt x="424027" y="431601"/>
                    <a:pt x="429191" y="431601"/>
                  </a:cubicBezTo>
                  <a:cubicBezTo>
                    <a:pt x="450650" y="431601"/>
                    <a:pt x="467978" y="413239"/>
                    <a:pt x="467978" y="392124"/>
                  </a:cubicBezTo>
                  <a:cubicBezTo>
                    <a:pt x="467978" y="375599"/>
                    <a:pt x="456617" y="350926"/>
                    <a:pt x="417830" y="350926"/>
                  </a:cubicBezTo>
                  <a:cubicBezTo>
                    <a:pt x="334860" y="350926"/>
                    <a:pt x="272547" y="414617"/>
                    <a:pt x="272547" y="491963"/>
                  </a:cubicBezTo>
                  <a:cubicBezTo>
                    <a:pt x="272547" y="569423"/>
                    <a:pt x="335549" y="632310"/>
                    <a:pt x="413010" y="632425"/>
                  </a:cubicBezTo>
                  <a:cubicBezTo>
                    <a:pt x="452486" y="632425"/>
                    <a:pt x="489897" y="615785"/>
                    <a:pt x="516521" y="586752"/>
                  </a:cubicBezTo>
                  <a:lnTo>
                    <a:pt x="803757" y="246727"/>
                  </a:lnTo>
                  <a:cubicBezTo>
                    <a:pt x="880529" y="148036"/>
                    <a:pt x="995860" y="91346"/>
                    <a:pt x="1120256" y="91346"/>
                  </a:cubicBezTo>
                  <a:cubicBezTo>
                    <a:pt x="1227324" y="91346"/>
                    <a:pt x="1327966" y="133003"/>
                    <a:pt x="1403706" y="208743"/>
                  </a:cubicBezTo>
                  <a:cubicBezTo>
                    <a:pt x="1479445" y="284482"/>
                    <a:pt x="1521102" y="385124"/>
                    <a:pt x="1521102" y="492192"/>
                  </a:cubicBezTo>
                  <a:cubicBezTo>
                    <a:pt x="1521102" y="713214"/>
                    <a:pt x="1341278" y="893038"/>
                    <a:pt x="1120256" y="893038"/>
                  </a:cubicBezTo>
                  <a:cubicBezTo>
                    <a:pt x="1057599" y="893038"/>
                    <a:pt x="1037058" y="881562"/>
                    <a:pt x="1021680" y="881562"/>
                  </a:cubicBezTo>
                  <a:cubicBezTo>
                    <a:pt x="995630" y="881562"/>
                    <a:pt x="974974" y="901989"/>
                    <a:pt x="974974" y="927580"/>
                  </a:cubicBezTo>
                  <a:cubicBezTo>
                    <a:pt x="974974" y="946629"/>
                    <a:pt x="986335" y="962925"/>
                    <a:pt x="1004696" y="970384"/>
                  </a:cubicBezTo>
                  <a:cubicBezTo>
                    <a:pt x="1020533" y="976810"/>
                    <a:pt x="1081698" y="984384"/>
                    <a:pt x="1120371" y="984384"/>
                  </a:cubicBezTo>
                  <a:cubicBezTo>
                    <a:pt x="1391771" y="984384"/>
                    <a:pt x="1612563" y="763592"/>
                    <a:pt x="1612563" y="492307"/>
                  </a:cubicBezTo>
                  <a:cubicBezTo>
                    <a:pt x="1612334" y="360681"/>
                    <a:pt x="1561152" y="237088"/>
                    <a:pt x="1468199" y="144135"/>
                  </a:cubicBezTo>
                </a:path>
              </a:pathLst>
            </a:custGeom>
            <a:solidFill>
              <a:schemeClr val="tx2"/>
            </a:solidFill>
            <a:ln w="11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noProof="0"/>
            </a:p>
          </p:txBody>
        </p: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32000" y="324000"/>
            <a:ext cx="113292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Title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32000" y="1555200"/>
            <a:ext cx="11329200" cy="45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  <a:p>
            <a:pPr lvl="6"/>
            <a:r>
              <a:rPr lang="en-GB" noProof="0"/>
              <a:t>Text level 7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32000" y="6504136"/>
            <a:ext cx="5111907" cy="35386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lnSpc>
                <a:spcPct val="75000"/>
              </a:lnSpc>
              <a:defRPr sz="800">
                <a:solidFill>
                  <a:schemeClr val="tx1"/>
                </a:solidFill>
              </a:defRPr>
            </a:lvl1pPr>
          </a:lstStyle>
          <a:p>
            <a:pPr algn="l"/>
            <a:endParaRPr lang="en-GB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8D27F4F-A248-75E7-4292-B2376D714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757026" y="6444820"/>
            <a:ext cx="434975" cy="180000"/>
          </a:xfrm>
          <a:custGeom>
            <a:avLst/>
            <a:gdLst>
              <a:gd name="connsiteX0" fmla="*/ 90000 w 434974"/>
              <a:gd name="connsiteY0" fmla="*/ 0 h 180000"/>
              <a:gd name="connsiteX1" fmla="*/ 254974 w 434974"/>
              <a:gd name="connsiteY1" fmla="*/ 0 h 180000"/>
              <a:gd name="connsiteX2" fmla="*/ 344974 w 434974"/>
              <a:gd name="connsiteY2" fmla="*/ 0 h 180000"/>
              <a:gd name="connsiteX3" fmla="*/ 434974 w 434974"/>
              <a:gd name="connsiteY3" fmla="*/ 0 h 180000"/>
              <a:gd name="connsiteX4" fmla="*/ 434974 w 434974"/>
              <a:gd name="connsiteY4" fmla="*/ 90000 h 180000"/>
              <a:gd name="connsiteX5" fmla="*/ 434974 w 434974"/>
              <a:gd name="connsiteY5" fmla="*/ 180000 h 180000"/>
              <a:gd name="connsiteX6" fmla="*/ 344974 w 434974"/>
              <a:gd name="connsiteY6" fmla="*/ 180000 h 180000"/>
              <a:gd name="connsiteX7" fmla="*/ 254974 w 434974"/>
              <a:gd name="connsiteY7" fmla="*/ 180000 h 180000"/>
              <a:gd name="connsiteX8" fmla="*/ 90000 w 434974"/>
              <a:gd name="connsiteY8" fmla="*/ 180000 h 180000"/>
              <a:gd name="connsiteX9" fmla="*/ 0 w 434974"/>
              <a:gd name="connsiteY9" fmla="*/ 90000 h 180000"/>
              <a:gd name="connsiteX10" fmla="*/ 90000 w 434974"/>
              <a:gd name="connsiteY10" fmla="*/ 0 h 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4974" h="180000">
                <a:moveTo>
                  <a:pt x="90000" y="0"/>
                </a:moveTo>
                <a:lnTo>
                  <a:pt x="254974" y="0"/>
                </a:lnTo>
                <a:lnTo>
                  <a:pt x="344974" y="0"/>
                </a:lnTo>
                <a:lnTo>
                  <a:pt x="434974" y="0"/>
                </a:lnTo>
                <a:lnTo>
                  <a:pt x="434974" y="90000"/>
                </a:lnTo>
                <a:lnTo>
                  <a:pt x="434974" y="180000"/>
                </a:lnTo>
                <a:lnTo>
                  <a:pt x="344974" y="180000"/>
                </a:lnTo>
                <a:lnTo>
                  <a:pt x="254974" y="180000"/>
                </a:lnTo>
                <a:lnTo>
                  <a:pt x="90000" y="180000"/>
                </a:lnTo>
                <a:cubicBezTo>
                  <a:pt x="40294" y="180000"/>
                  <a:pt x="0" y="139706"/>
                  <a:pt x="0" y="90000"/>
                </a:cubicBezTo>
                <a:cubicBezTo>
                  <a:pt x="0" y="40294"/>
                  <a:pt x="40294" y="0"/>
                  <a:pt x="900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C9F57E4-2C56-591D-482A-F9A9B0F55CA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4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20481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hf hdr="0" dt="0"/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itchFamily="34" charset="0"/>
        <a:buNone/>
        <a:defRPr sz="2000" b="1" kern="1200" cap="all" baseline="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21914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SzPct val="100000"/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21914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105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9140" rtl="0" eaLnBrk="1" latinLnBrk="0" hangingPunct="1">
        <a:spcBef>
          <a:spcPct val="20000"/>
        </a:spcBef>
        <a:buFont typeface="Arial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79">
          <p15:clr>
            <a:srgbClr val="F26B43"/>
          </p15:clr>
        </p15:guide>
        <p15:guide id="4" pos="7406">
          <p15:clr>
            <a:srgbClr val="F26B43"/>
          </p15:clr>
        </p15:guide>
        <p15:guide id="5" orient="horz" pos="1138">
          <p15:clr>
            <a:srgbClr val="F26B43"/>
          </p15:clr>
        </p15:guide>
        <p15:guide id="6" orient="horz" pos="386">
          <p15:clr>
            <a:srgbClr val="F26B43"/>
          </p15:clr>
        </p15:guide>
        <p15:guide id="7" orient="horz" pos="4141">
          <p15:clr>
            <a:srgbClr val="F26B43"/>
          </p15:clr>
        </p15:guide>
        <p15:guide id="8" orient="horz" pos="392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3CCD6D1-771E-0682-CFF0-DD11B62140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551330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1" imgW="395" imgH="394" progId="TCLayout.ActiveDocument.1">
                  <p:embed/>
                </p:oleObj>
              </mc:Choice>
              <mc:Fallback>
                <p:oleObj name="Diapositive think-cell" r:id="rId21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CD6D1-771E-0682-CFF0-DD11B62140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 7" descr="Une image contenant ciel de nuit&#10;&#10;Description générée automatiquement">
            <a:extLst>
              <a:ext uri="{FF2B5EF4-FFF2-40B4-BE49-F238E27FC236}">
                <a16:creationId xmlns:a16="http://schemas.microsoft.com/office/drawing/2014/main" id="{222E30E9-4893-64E9-1382-2EAD953E7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5126"/>
          <a:stretch/>
        </p:blipFill>
        <p:spPr>
          <a:xfrm>
            <a:off x="0" y="-1"/>
            <a:ext cx="1540002" cy="13821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FBBC43-2BBB-749F-9A58-07EB349D4EDD}"/>
              </a:ext>
            </a:extLst>
          </p:cNvPr>
          <p:cNvSpPr/>
          <p:nvPr userDrawn="1"/>
        </p:nvSpPr>
        <p:spPr>
          <a:xfrm>
            <a:off x="0" y="797799"/>
            <a:ext cx="1105469" cy="584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989EE5-7DAE-0B98-5AC7-1A64330B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-1"/>
            <a:ext cx="11060684" cy="81915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C3AFCA-786A-6E5E-CEDD-38EF98D9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219200"/>
            <a:ext cx="11035284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65A44-49D6-8750-695C-15B2CF0F3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50954" y="6460684"/>
            <a:ext cx="134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5C79A-40B8-49F5-7990-88562E729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500" y="64606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87E729-F987-7A7F-F6D3-0A8E54963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6784" y="6470293"/>
            <a:ext cx="4968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accent1"/>
                </a:solidFill>
              </a:defRPr>
            </a:lvl1pPr>
          </a:lstStyle>
          <a:p>
            <a:fld id="{29FC2DE4-82CF-422C-846B-78CBA8E2FAA1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BB0EAC2-D678-FE20-D3D4-A329E2D3607A}"/>
              </a:ext>
            </a:extLst>
          </p:cNvPr>
          <p:cNvGrpSpPr/>
          <p:nvPr userDrawn="1"/>
        </p:nvGrpSpPr>
        <p:grpSpPr>
          <a:xfrm>
            <a:off x="10590539" y="6557448"/>
            <a:ext cx="763137" cy="190436"/>
            <a:chOff x="10590539" y="6557448"/>
            <a:chExt cx="763137" cy="190436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9EBE8416-C605-4CEA-4EFB-65B026DCB868}"/>
                </a:ext>
              </a:extLst>
            </p:cNvPr>
            <p:cNvSpPr/>
            <p:nvPr/>
          </p:nvSpPr>
          <p:spPr>
            <a:xfrm>
              <a:off x="10933902" y="6598364"/>
              <a:ext cx="419774" cy="105357"/>
            </a:xfrm>
            <a:custGeom>
              <a:avLst/>
              <a:gdLst>
                <a:gd name="connsiteX0" fmla="*/ 75253 w 419774"/>
                <a:gd name="connsiteY0" fmla="*/ 52669 h 105357"/>
                <a:gd name="connsiteX1" fmla="*/ 24787 w 419774"/>
                <a:gd name="connsiteY1" fmla="*/ 34185 h 105357"/>
                <a:gd name="connsiteX2" fmla="*/ 20439 w 419774"/>
                <a:gd name="connsiteY2" fmla="*/ 27891 h 105357"/>
                <a:gd name="connsiteX3" fmla="*/ 27179 w 419774"/>
                <a:gd name="connsiteY3" fmla="*/ 21151 h 105357"/>
                <a:gd name="connsiteX4" fmla="*/ 81956 w 419774"/>
                <a:gd name="connsiteY4" fmla="*/ 21151 h 105357"/>
                <a:gd name="connsiteX5" fmla="*/ 81956 w 419774"/>
                <a:gd name="connsiteY5" fmla="*/ 1348 h 105357"/>
                <a:gd name="connsiteX6" fmla="*/ 26619 w 419774"/>
                <a:gd name="connsiteY6" fmla="*/ 1348 h 105357"/>
                <a:gd name="connsiteX7" fmla="*/ 85 w 419774"/>
                <a:gd name="connsiteY7" fmla="*/ 27891 h 105357"/>
                <a:gd name="connsiteX8" fmla="*/ 17145 w 419774"/>
                <a:gd name="connsiteY8" fmla="*/ 52688 h 105357"/>
                <a:gd name="connsiteX9" fmla="*/ 67611 w 419774"/>
                <a:gd name="connsiteY9" fmla="*/ 71172 h 105357"/>
                <a:gd name="connsiteX10" fmla="*/ 71959 w 419774"/>
                <a:gd name="connsiteY10" fmla="*/ 77475 h 105357"/>
                <a:gd name="connsiteX11" fmla="*/ 65219 w 419774"/>
                <a:gd name="connsiteY11" fmla="*/ 84206 h 105357"/>
                <a:gd name="connsiteX12" fmla="*/ 0 w 419774"/>
                <a:gd name="connsiteY12" fmla="*/ 84206 h 105357"/>
                <a:gd name="connsiteX13" fmla="*/ 0 w 419774"/>
                <a:gd name="connsiteY13" fmla="*/ 103999 h 105357"/>
                <a:gd name="connsiteX14" fmla="*/ 65789 w 419774"/>
                <a:gd name="connsiteY14" fmla="*/ 103999 h 105357"/>
                <a:gd name="connsiteX15" fmla="*/ 92882 w 419774"/>
                <a:gd name="connsiteY15" fmla="*/ 77466 h 105357"/>
                <a:gd name="connsiteX16" fmla="*/ 75263 w 419774"/>
                <a:gd name="connsiteY16" fmla="*/ 52669 h 105357"/>
                <a:gd name="connsiteX17" fmla="*/ 354546 w 419774"/>
                <a:gd name="connsiteY17" fmla="*/ 84196 h 105357"/>
                <a:gd name="connsiteX18" fmla="*/ 347806 w 419774"/>
                <a:gd name="connsiteY18" fmla="*/ 77466 h 105357"/>
                <a:gd name="connsiteX19" fmla="*/ 352154 w 419774"/>
                <a:gd name="connsiteY19" fmla="*/ 71162 h 105357"/>
                <a:gd name="connsiteX20" fmla="*/ 402620 w 419774"/>
                <a:gd name="connsiteY20" fmla="*/ 52679 h 105357"/>
                <a:gd name="connsiteX21" fmla="*/ 419680 w 419774"/>
                <a:gd name="connsiteY21" fmla="*/ 27882 h 105357"/>
                <a:gd name="connsiteX22" fmla="*/ 393146 w 419774"/>
                <a:gd name="connsiteY22" fmla="*/ 1339 h 105357"/>
                <a:gd name="connsiteX23" fmla="*/ 337800 w 419774"/>
                <a:gd name="connsiteY23" fmla="*/ 1339 h 105357"/>
                <a:gd name="connsiteX24" fmla="*/ 337800 w 419774"/>
                <a:gd name="connsiteY24" fmla="*/ 21142 h 105357"/>
                <a:gd name="connsiteX25" fmla="*/ 392586 w 419774"/>
                <a:gd name="connsiteY25" fmla="*/ 21142 h 105357"/>
                <a:gd name="connsiteX26" fmla="*/ 399326 w 419774"/>
                <a:gd name="connsiteY26" fmla="*/ 27882 h 105357"/>
                <a:gd name="connsiteX27" fmla="*/ 394988 w 419774"/>
                <a:gd name="connsiteY27" fmla="*/ 34176 h 105357"/>
                <a:gd name="connsiteX28" fmla="*/ 344521 w 419774"/>
                <a:gd name="connsiteY28" fmla="*/ 52660 h 105357"/>
                <a:gd name="connsiteX29" fmla="*/ 326902 w 419774"/>
                <a:gd name="connsiteY29" fmla="*/ 77456 h 105357"/>
                <a:gd name="connsiteX30" fmla="*/ 353996 w 419774"/>
                <a:gd name="connsiteY30" fmla="*/ 103990 h 105357"/>
                <a:gd name="connsiteX31" fmla="*/ 419775 w 419774"/>
                <a:gd name="connsiteY31" fmla="*/ 103990 h 105357"/>
                <a:gd name="connsiteX32" fmla="*/ 419775 w 419774"/>
                <a:gd name="connsiteY32" fmla="*/ 84196 h 105357"/>
                <a:gd name="connsiteX33" fmla="*/ 354556 w 419774"/>
                <a:gd name="connsiteY33" fmla="*/ 84196 h 105357"/>
                <a:gd name="connsiteX34" fmla="*/ 175597 w 419774"/>
                <a:gd name="connsiteY34" fmla="*/ 62637 h 105357"/>
                <a:gd name="connsiteX35" fmla="*/ 151798 w 419774"/>
                <a:gd name="connsiteY35" fmla="*/ 86218 h 105357"/>
                <a:gd name="connsiteX36" fmla="*/ 127989 w 419774"/>
                <a:gd name="connsiteY36" fmla="*/ 62637 h 105357"/>
                <a:gd name="connsiteX37" fmla="*/ 127989 w 419774"/>
                <a:gd name="connsiteY37" fmla="*/ 1348 h 105357"/>
                <a:gd name="connsiteX38" fmla="*/ 106439 w 419774"/>
                <a:gd name="connsiteY38" fmla="*/ 1348 h 105357"/>
                <a:gd name="connsiteX39" fmla="*/ 106439 w 419774"/>
                <a:gd name="connsiteY39" fmla="*/ 64071 h 105357"/>
                <a:gd name="connsiteX40" fmla="*/ 151798 w 419774"/>
                <a:gd name="connsiteY40" fmla="*/ 105348 h 105357"/>
                <a:gd name="connsiteX41" fmla="*/ 197147 w 419774"/>
                <a:gd name="connsiteY41" fmla="*/ 64071 h 105357"/>
                <a:gd name="connsiteX42" fmla="*/ 197147 w 419774"/>
                <a:gd name="connsiteY42" fmla="*/ 1348 h 105357"/>
                <a:gd name="connsiteX43" fmla="*/ 175597 w 419774"/>
                <a:gd name="connsiteY43" fmla="*/ 1348 h 105357"/>
                <a:gd name="connsiteX44" fmla="*/ 175597 w 419774"/>
                <a:gd name="connsiteY44" fmla="*/ 62637 h 105357"/>
                <a:gd name="connsiteX45" fmla="*/ 266429 w 419774"/>
                <a:gd name="connsiteY45" fmla="*/ 0 h 105357"/>
                <a:gd name="connsiteX46" fmla="*/ 213409 w 419774"/>
                <a:gd name="connsiteY46" fmla="*/ 52679 h 105357"/>
                <a:gd name="connsiteX47" fmla="*/ 266429 w 419774"/>
                <a:gd name="connsiteY47" fmla="*/ 105357 h 105357"/>
                <a:gd name="connsiteX48" fmla="*/ 310459 w 419774"/>
                <a:gd name="connsiteY48" fmla="*/ 84842 h 105357"/>
                <a:gd name="connsiteX49" fmla="*/ 293969 w 419774"/>
                <a:gd name="connsiteY49" fmla="*/ 73099 h 105357"/>
                <a:gd name="connsiteX50" fmla="*/ 266420 w 419774"/>
                <a:gd name="connsiteY50" fmla="*/ 86760 h 105357"/>
                <a:gd name="connsiteX51" fmla="*/ 235187 w 419774"/>
                <a:gd name="connsiteY51" fmla="*/ 60083 h 105357"/>
                <a:gd name="connsiteX52" fmla="*/ 317826 w 419774"/>
                <a:gd name="connsiteY52" fmla="*/ 60083 h 105357"/>
                <a:gd name="connsiteX53" fmla="*/ 318348 w 419774"/>
                <a:gd name="connsiteY53" fmla="*/ 52679 h 105357"/>
                <a:gd name="connsiteX54" fmla="*/ 266420 w 419774"/>
                <a:gd name="connsiteY54" fmla="*/ 0 h 105357"/>
                <a:gd name="connsiteX55" fmla="*/ 235690 w 419774"/>
                <a:gd name="connsiteY55" fmla="*/ 43052 h 105357"/>
                <a:gd name="connsiteX56" fmla="*/ 266410 w 419774"/>
                <a:gd name="connsiteY56" fmla="*/ 18465 h 105357"/>
                <a:gd name="connsiteX57" fmla="*/ 297131 w 419774"/>
                <a:gd name="connsiteY57" fmla="*/ 43052 h 105357"/>
                <a:gd name="connsiteX58" fmla="*/ 235690 w 419774"/>
                <a:gd name="connsiteY58" fmla="*/ 43052 h 10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19774" h="105357">
                  <a:moveTo>
                    <a:pt x="75253" y="52669"/>
                  </a:moveTo>
                  <a:lnTo>
                    <a:pt x="24787" y="34185"/>
                  </a:lnTo>
                  <a:cubicBezTo>
                    <a:pt x="22252" y="33217"/>
                    <a:pt x="20439" y="30758"/>
                    <a:pt x="20439" y="27891"/>
                  </a:cubicBezTo>
                  <a:cubicBezTo>
                    <a:pt x="20439" y="24170"/>
                    <a:pt x="23458" y="21151"/>
                    <a:pt x="27179" y="21151"/>
                  </a:cubicBezTo>
                  <a:lnTo>
                    <a:pt x="81956" y="21151"/>
                  </a:lnTo>
                  <a:lnTo>
                    <a:pt x="81956" y="1348"/>
                  </a:lnTo>
                  <a:lnTo>
                    <a:pt x="26619" y="1348"/>
                  </a:lnTo>
                  <a:cubicBezTo>
                    <a:pt x="11962" y="1348"/>
                    <a:pt x="85" y="13224"/>
                    <a:pt x="85" y="27891"/>
                  </a:cubicBezTo>
                  <a:cubicBezTo>
                    <a:pt x="85" y="39207"/>
                    <a:pt x="7167" y="48872"/>
                    <a:pt x="17145" y="52688"/>
                  </a:cubicBezTo>
                  <a:lnTo>
                    <a:pt x="67611" y="71172"/>
                  </a:lnTo>
                  <a:cubicBezTo>
                    <a:pt x="70165" y="72102"/>
                    <a:pt x="71959" y="74589"/>
                    <a:pt x="71959" y="77475"/>
                  </a:cubicBezTo>
                  <a:cubicBezTo>
                    <a:pt x="71959" y="81196"/>
                    <a:pt x="68940" y="84206"/>
                    <a:pt x="65219" y="84206"/>
                  </a:cubicBezTo>
                  <a:lnTo>
                    <a:pt x="0" y="84206"/>
                  </a:lnTo>
                  <a:lnTo>
                    <a:pt x="0" y="103999"/>
                  </a:lnTo>
                  <a:lnTo>
                    <a:pt x="65789" y="103999"/>
                  </a:lnTo>
                  <a:cubicBezTo>
                    <a:pt x="80446" y="103999"/>
                    <a:pt x="92882" y="92123"/>
                    <a:pt x="92882" y="77466"/>
                  </a:cubicBezTo>
                  <a:cubicBezTo>
                    <a:pt x="92882" y="66140"/>
                    <a:pt x="85231" y="56485"/>
                    <a:pt x="75263" y="52669"/>
                  </a:cubicBezTo>
                  <a:moveTo>
                    <a:pt x="354546" y="84196"/>
                  </a:moveTo>
                  <a:cubicBezTo>
                    <a:pt x="350825" y="84196"/>
                    <a:pt x="347806" y="81177"/>
                    <a:pt x="347806" y="77466"/>
                  </a:cubicBezTo>
                  <a:cubicBezTo>
                    <a:pt x="347806" y="74589"/>
                    <a:pt x="349591" y="72092"/>
                    <a:pt x="352154" y="71162"/>
                  </a:cubicBezTo>
                  <a:lnTo>
                    <a:pt x="402620" y="52679"/>
                  </a:lnTo>
                  <a:cubicBezTo>
                    <a:pt x="412598" y="48862"/>
                    <a:pt x="419680" y="39198"/>
                    <a:pt x="419680" y="27882"/>
                  </a:cubicBezTo>
                  <a:cubicBezTo>
                    <a:pt x="419680" y="13224"/>
                    <a:pt x="407804" y="1339"/>
                    <a:pt x="393146" y="1339"/>
                  </a:cubicBezTo>
                  <a:lnTo>
                    <a:pt x="337800" y="1339"/>
                  </a:lnTo>
                  <a:lnTo>
                    <a:pt x="337800" y="21142"/>
                  </a:lnTo>
                  <a:lnTo>
                    <a:pt x="392586" y="21142"/>
                  </a:lnTo>
                  <a:cubicBezTo>
                    <a:pt x="396307" y="21142"/>
                    <a:pt x="399326" y="24161"/>
                    <a:pt x="399326" y="27882"/>
                  </a:cubicBezTo>
                  <a:cubicBezTo>
                    <a:pt x="399326" y="30758"/>
                    <a:pt x="397513" y="33208"/>
                    <a:pt x="394988" y="34176"/>
                  </a:cubicBezTo>
                  <a:lnTo>
                    <a:pt x="344521" y="52660"/>
                  </a:lnTo>
                  <a:cubicBezTo>
                    <a:pt x="334544" y="56476"/>
                    <a:pt x="326902" y="66131"/>
                    <a:pt x="326902" y="77456"/>
                  </a:cubicBezTo>
                  <a:cubicBezTo>
                    <a:pt x="326902" y="92114"/>
                    <a:pt x="339338" y="103990"/>
                    <a:pt x="353996" y="103990"/>
                  </a:cubicBezTo>
                  <a:lnTo>
                    <a:pt x="419775" y="103990"/>
                  </a:lnTo>
                  <a:lnTo>
                    <a:pt x="419775" y="84196"/>
                  </a:lnTo>
                  <a:lnTo>
                    <a:pt x="354556" y="84196"/>
                  </a:lnTo>
                  <a:close/>
                  <a:moveTo>
                    <a:pt x="175597" y="62637"/>
                  </a:moveTo>
                  <a:cubicBezTo>
                    <a:pt x="175654" y="78187"/>
                    <a:pt x="166237" y="86218"/>
                    <a:pt x="151798" y="86218"/>
                  </a:cubicBezTo>
                  <a:cubicBezTo>
                    <a:pt x="137359" y="86218"/>
                    <a:pt x="127941" y="78197"/>
                    <a:pt x="127989" y="62637"/>
                  </a:cubicBezTo>
                  <a:lnTo>
                    <a:pt x="127989" y="1348"/>
                  </a:lnTo>
                  <a:lnTo>
                    <a:pt x="106439" y="1348"/>
                  </a:lnTo>
                  <a:lnTo>
                    <a:pt x="106439" y="64071"/>
                  </a:lnTo>
                  <a:cubicBezTo>
                    <a:pt x="106439" y="87016"/>
                    <a:pt x="123043" y="105348"/>
                    <a:pt x="151798" y="105348"/>
                  </a:cubicBezTo>
                  <a:cubicBezTo>
                    <a:pt x="180553" y="105348"/>
                    <a:pt x="197147" y="87016"/>
                    <a:pt x="197147" y="64071"/>
                  </a:cubicBezTo>
                  <a:lnTo>
                    <a:pt x="197147" y="1348"/>
                  </a:lnTo>
                  <a:lnTo>
                    <a:pt x="175597" y="1348"/>
                  </a:lnTo>
                  <a:lnTo>
                    <a:pt x="175597" y="62637"/>
                  </a:lnTo>
                  <a:close/>
                  <a:moveTo>
                    <a:pt x="266429" y="0"/>
                  </a:moveTo>
                  <a:cubicBezTo>
                    <a:pt x="236820" y="0"/>
                    <a:pt x="213409" y="23591"/>
                    <a:pt x="213409" y="52679"/>
                  </a:cubicBezTo>
                  <a:cubicBezTo>
                    <a:pt x="213409" y="81766"/>
                    <a:pt x="236820" y="105357"/>
                    <a:pt x="266429" y="105357"/>
                  </a:cubicBezTo>
                  <a:cubicBezTo>
                    <a:pt x="284761" y="105357"/>
                    <a:pt x="299665" y="97753"/>
                    <a:pt x="310459" y="84842"/>
                  </a:cubicBezTo>
                  <a:lnTo>
                    <a:pt x="293969" y="73099"/>
                  </a:lnTo>
                  <a:cubicBezTo>
                    <a:pt x="286470" y="81814"/>
                    <a:pt x="277385" y="86760"/>
                    <a:pt x="266420" y="86760"/>
                  </a:cubicBezTo>
                  <a:cubicBezTo>
                    <a:pt x="251155" y="86760"/>
                    <a:pt x="238386" y="75349"/>
                    <a:pt x="235187" y="60083"/>
                  </a:cubicBezTo>
                  <a:lnTo>
                    <a:pt x="317826" y="60083"/>
                  </a:lnTo>
                  <a:cubicBezTo>
                    <a:pt x="318139" y="57767"/>
                    <a:pt x="318348" y="55080"/>
                    <a:pt x="318348" y="52679"/>
                  </a:cubicBezTo>
                  <a:cubicBezTo>
                    <a:pt x="318348" y="23600"/>
                    <a:pt x="296039" y="0"/>
                    <a:pt x="266420" y="0"/>
                  </a:cubicBezTo>
                  <a:moveTo>
                    <a:pt x="235690" y="43052"/>
                  </a:moveTo>
                  <a:cubicBezTo>
                    <a:pt x="239554" y="28841"/>
                    <a:pt x="251848" y="18465"/>
                    <a:pt x="266410" y="18465"/>
                  </a:cubicBezTo>
                  <a:cubicBezTo>
                    <a:pt x="280973" y="18465"/>
                    <a:pt x="293257" y="28850"/>
                    <a:pt x="297131" y="43052"/>
                  </a:cubicBezTo>
                  <a:lnTo>
                    <a:pt x="235690" y="43052"/>
                  </a:lnTo>
                  <a:close/>
                </a:path>
              </a:pathLst>
            </a:custGeom>
            <a:solidFill>
              <a:srgbClr val="030F40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8539F84-7885-AD40-C2B1-317F46C51B88}"/>
                </a:ext>
              </a:extLst>
            </p:cNvPr>
            <p:cNvSpPr/>
            <p:nvPr/>
          </p:nvSpPr>
          <p:spPr>
            <a:xfrm>
              <a:off x="10590539" y="6557448"/>
              <a:ext cx="311987" cy="190436"/>
            </a:xfrm>
            <a:custGeom>
              <a:avLst/>
              <a:gdLst>
                <a:gd name="connsiteX0" fmla="*/ 216751 w 311987"/>
                <a:gd name="connsiteY0" fmla="*/ 80731 h 190436"/>
                <a:gd name="connsiteX1" fmla="*/ 231247 w 311987"/>
                <a:gd name="connsiteY1" fmla="*/ 95228 h 190436"/>
                <a:gd name="connsiteX2" fmla="*/ 216751 w 311987"/>
                <a:gd name="connsiteY2" fmla="*/ 109714 h 190436"/>
                <a:gd name="connsiteX3" fmla="*/ 213343 w 311987"/>
                <a:gd name="connsiteY3" fmla="*/ 109306 h 190436"/>
                <a:gd name="connsiteX4" fmla="*/ 206840 w 311987"/>
                <a:gd name="connsiteY4" fmla="*/ 109401 h 190436"/>
                <a:gd name="connsiteX5" fmla="*/ 201334 w 311987"/>
                <a:gd name="connsiteY5" fmla="*/ 117603 h 190436"/>
                <a:gd name="connsiteX6" fmla="*/ 206745 w 311987"/>
                <a:gd name="connsiteY6" fmla="*/ 125749 h 190436"/>
                <a:gd name="connsiteX7" fmla="*/ 216751 w 311987"/>
                <a:gd name="connsiteY7" fmla="*/ 127401 h 190436"/>
                <a:gd name="connsiteX8" fmla="*/ 248914 w 311987"/>
                <a:gd name="connsiteY8" fmla="*/ 95237 h 190436"/>
                <a:gd name="connsiteX9" fmla="*/ 216751 w 311987"/>
                <a:gd name="connsiteY9" fmla="*/ 63074 h 190436"/>
                <a:gd name="connsiteX10" fmla="*/ 193331 w 311987"/>
                <a:gd name="connsiteY10" fmla="*/ 73213 h 190436"/>
                <a:gd name="connsiteX11" fmla="*/ 123157 w 311987"/>
                <a:gd name="connsiteY11" fmla="*/ 143084 h 190436"/>
                <a:gd name="connsiteX12" fmla="*/ 79886 w 311987"/>
                <a:gd name="connsiteY12" fmla="*/ 159782 h 190436"/>
                <a:gd name="connsiteX13" fmla="*/ 34242 w 311987"/>
                <a:gd name="connsiteY13" fmla="*/ 140881 h 190436"/>
                <a:gd name="connsiteX14" fmla="*/ 15341 w 311987"/>
                <a:gd name="connsiteY14" fmla="*/ 95237 h 190436"/>
                <a:gd name="connsiteX15" fmla="*/ 79886 w 311987"/>
                <a:gd name="connsiteY15" fmla="*/ 30692 h 190436"/>
                <a:gd name="connsiteX16" fmla="*/ 93243 w 311987"/>
                <a:gd name="connsiteY16" fmla="*/ 32059 h 190436"/>
                <a:gd name="connsiteX17" fmla="*/ 101312 w 311987"/>
                <a:gd name="connsiteY17" fmla="*/ 24407 h 190436"/>
                <a:gd name="connsiteX18" fmla="*/ 95018 w 311987"/>
                <a:gd name="connsiteY18" fmla="*/ 16794 h 190436"/>
                <a:gd name="connsiteX19" fmla="*/ 79877 w 311987"/>
                <a:gd name="connsiteY19" fmla="*/ 15351 h 190436"/>
                <a:gd name="connsiteX20" fmla="*/ 0 w 311987"/>
                <a:gd name="connsiteY20" fmla="*/ 95228 h 190436"/>
                <a:gd name="connsiteX21" fmla="*/ 23401 w 311987"/>
                <a:gd name="connsiteY21" fmla="*/ 151713 h 190436"/>
                <a:gd name="connsiteX22" fmla="*/ 79886 w 311987"/>
                <a:gd name="connsiteY22" fmla="*/ 175114 h 190436"/>
                <a:gd name="connsiteX23" fmla="*/ 135033 w 311987"/>
                <a:gd name="connsiteY23" fmla="*/ 152966 h 190436"/>
                <a:gd name="connsiteX24" fmla="*/ 206479 w 311987"/>
                <a:gd name="connsiteY24" fmla="*/ 85165 h 190436"/>
                <a:gd name="connsiteX25" fmla="*/ 216751 w 311987"/>
                <a:gd name="connsiteY25" fmla="*/ 80731 h 190436"/>
                <a:gd name="connsiteX26" fmla="*/ 216751 w 311987"/>
                <a:gd name="connsiteY26" fmla="*/ 141232 h 190436"/>
                <a:gd name="connsiteX27" fmla="*/ 203878 w 311987"/>
                <a:gd name="connsiteY27" fmla="*/ 139713 h 190436"/>
                <a:gd name="connsiteX28" fmla="*/ 195040 w 311987"/>
                <a:gd name="connsiteY28" fmla="*/ 148552 h 190436"/>
                <a:gd name="connsiteX29" fmla="*/ 201049 w 311987"/>
                <a:gd name="connsiteY29" fmla="*/ 156915 h 190436"/>
                <a:gd name="connsiteX30" fmla="*/ 216751 w 311987"/>
                <a:gd name="connsiteY30" fmla="*/ 158909 h 190436"/>
                <a:gd name="connsiteX31" fmla="*/ 280451 w 311987"/>
                <a:gd name="connsiteY31" fmla="*/ 95218 h 190436"/>
                <a:gd name="connsiteX32" fmla="*/ 216760 w 311987"/>
                <a:gd name="connsiteY32" fmla="*/ 31518 h 190436"/>
                <a:gd name="connsiteX33" fmla="*/ 170965 w 311987"/>
                <a:gd name="connsiteY33" fmla="*/ 51008 h 190436"/>
                <a:gd name="connsiteX34" fmla="*/ 106847 w 311987"/>
                <a:gd name="connsiteY34" fmla="*/ 122246 h 190436"/>
                <a:gd name="connsiteX35" fmla="*/ 79905 w 311987"/>
                <a:gd name="connsiteY35" fmla="*/ 133400 h 190436"/>
                <a:gd name="connsiteX36" fmla="*/ 41723 w 311987"/>
                <a:gd name="connsiteY36" fmla="*/ 95218 h 190436"/>
                <a:gd name="connsiteX37" fmla="*/ 79924 w 311987"/>
                <a:gd name="connsiteY37" fmla="*/ 57036 h 190436"/>
                <a:gd name="connsiteX38" fmla="*/ 88478 w 311987"/>
                <a:gd name="connsiteY38" fmla="*/ 57966 h 190436"/>
                <a:gd name="connsiteX39" fmla="*/ 95930 w 311987"/>
                <a:gd name="connsiteY39" fmla="*/ 50296 h 190436"/>
                <a:gd name="connsiteX40" fmla="*/ 89949 w 311987"/>
                <a:gd name="connsiteY40" fmla="*/ 42644 h 190436"/>
                <a:gd name="connsiteX41" fmla="*/ 79905 w 311987"/>
                <a:gd name="connsiteY41" fmla="*/ 41695 h 190436"/>
                <a:gd name="connsiteX42" fmla="*/ 26391 w 311987"/>
                <a:gd name="connsiteY42" fmla="*/ 95228 h 190436"/>
                <a:gd name="connsiteX43" fmla="*/ 79915 w 311987"/>
                <a:gd name="connsiteY43" fmla="*/ 148761 h 190436"/>
                <a:gd name="connsiteX44" fmla="*/ 119710 w 311987"/>
                <a:gd name="connsiteY44" fmla="*/ 131017 h 190436"/>
                <a:gd name="connsiteX45" fmla="*/ 182309 w 311987"/>
                <a:gd name="connsiteY45" fmla="*/ 64773 h 190436"/>
                <a:gd name="connsiteX46" fmla="*/ 216770 w 311987"/>
                <a:gd name="connsiteY46" fmla="*/ 49213 h 190436"/>
                <a:gd name="connsiteX47" fmla="*/ 262793 w 311987"/>
                <a:gd name="connsiteY47" fmla="*/ 95237 h 190436"/>
                <a:gd name="connsiteX48" fmla="*/ 216760 w 311987"/>
                <a:gd name="connsiteY48" fmla="*/ 141251 h 190436"/>
                <a:gd name="connsiteX49" fmla="*/ 284106 w 311987"/>
                <a:gd name="connsiteY49" fmla="*/ 27910 h 190436"/>
                <a:gd name="connsiteX50" fmla="*/ 216751 w 311987"/>
                <a:gd name="connsiteY50" fmla="*/ 0 h 190436"/>
                <a:gd name="connsiteX51" fmla="*/ 139865 w 311987"/>
                <a:gd name="connsiteY51" fmla="*/ 39113 h 190436"/>
                <a:gd name="connsiteX52" fmla="*/ 89246 w 311987"/>
                <a:gd name="connsiteY52" fmla="*/ 102443 h 190436"/>
                <a:gd name="connsiteX53" fmla="*/ 79896 w 311987"/>
                <a:gd name="connsiteY53" fmla="*/ 107056 h 190436"/>
                <a:gd name="connsiteX54" fmla="*/ 68067 w 311987"/>
                <a:gd name="connsiteY54" fmla="*/ 95228 h 190436"/>
                <a:gd name="connsiteX55" fmla="*/ 79896 w 311987"/>
                <a:gd name="connsiteY55" fmla="*/ 83399 h 190436"/>
                <a:gd name="connsiteX56" fmla="*/ 83038 w 311987"/>
                <a:gd name="connsiteY56" fmla="*/ 83532 h 190436"/>
                <a:gd name="connsiteX57" fmla="*/ 90547 w 311987"/>
                <a:gd name="connsiteY57" fmla="*/ 75890 h 190436"/>
                <a:gd name="connsiteX58" fmla="*/ 80845 w 311987"/>
                <a:gd name="connsiteY58" fmla="*/ 67925 h 190436"/>
                <a:gd name="connsiteX59" fmla="*/ 52726 w 311987"/>
                <a:gd name="connsiteY59" fmla="*/ 95218 h 190436"/>
                <a:gd name="connsiteX60" fmla="*/ 79896 w 311987"/>
                <a:gd name="connsiteY60" fmla="*/ 122388 h 190436"/>
                <a:gd name="connsiteX61" fmla="*/ 99936 w 311987"/>
                <a:gd name="connsiteY61" fmla="*/ 113550 h 190436"/>
                <a:gd name="connsiteX62" fmla="*/ 155519 w 311987"/>
                <a:gd name="connsiteY62" fmla="*/ 47723 h 190436"/>
                <a:gd name="connsiteX63" fmla="*/ 216760 w 311987"/>
                <a:gd name="connsiteY63" fmla="*/ 17658 h 190436"/>
                <a:gd name="connsiteX64" fmla="*/ 271603 w 311987"/>
                <a:gd name="connsiteY64" fmla="*/ 40375 h 190436"/>
                <a:gd name="connsiteX65" fmla="*/ 294311 w 311987"/>
                <a:gd name="connsiteY65" fmla="*/ 95218 h 190436"/>
                <a:gd name="connsiteX66" fmla="*/ 216741 w 311987"/>
                <a:gd name="connsiteY66" fmla="*/ 172769 h 190436"/>
                <a:gd name="connsiteX67" fmla="*/ 197660 w 311987"/>
                <a:gd name="connsiteY67" fmla="*/ 170548 h 190436"/>
                <a:gd name="connsiteX68" fmla="*/ 188622 w 311987"/>
                <a:gd name="connsiteY68" fmla="*/ 179452 h 190436"/>
                <a:gd name="connsiteX69" fmla="*/ 194385 w 311987"/>
                <a:gd name="connsiteY69" fmla="*/ 187731 h 190436"/>
                <a:gd name="connsiteX70" fmla="*/ 216760 w 311987"/>
                <a:gd name="connsiteY70" fmla="*/ 190436 h 190436"/>
                <a:gd name="connsiteX71" fmla="*/ 311988 w 311987"/>
                <a:gd name="connsiteY71" fmla="*/ 95218 h 190436"/>
                <a:gd name="connsiteX72" fmla="*/ 284096 w 311987"/>
                <a:gd name="connsiteY72" fmla="*/ 27882 h 19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11987" h="190436">
                  <a:moveTo>
                    <a:pt x="216751" y="80731"/>
                  </a:moveTo>
                  <a:cubicBezTo>
                    <a:pt x="224735" y="80731"/>
                    <a:pt x="231247" y="87234"/>
                    <a:pt x="231247" y="95228"/>
                  </a:cubicBezTo>
                  <a:cubicBezTo>
                    <a:pt x="231247" y="103221"/>
                    <a:pt x="224744" y="109714"/>
                    <a:pt x="216751" y="109714"/>
                  </a:cubicBezTo>
                  <a:cubicBezTo>
                    <a:pt x="215669" y="109714"/>
                    <a:pt x="213381" y="109316"/>
                    <a:pt x="213343" y="109306"/>
                  </a:cubicBezTo>
                  <a:cubicBezTo>
                    <a:pt x="212602" y="109135"/>
                    <a:pt x="209232" y="108452"/>
                    <a:pt x="206840" y="109401"/>
                  </a:cubicBezTo>
                  <a:cubicBezTo>
                    <a:pt x="203612" y="110721"/>
                    <a:pt x="201334" y="113892"/>
                    <a:pt x="201334" y="117603"/>
                  </a:cubicBezTo>
                  <a:cubicBezTo>
                    <a:pt x="201334" y="121315"/>
                    <a:pt x="203935" y="124714"/>
                    <a:pt x="206745" y="125749"/>
                  </a:cubicBezTo>
                  <a:cubicBezTo>
                    <a:pt x="209555" y="126783"/>
                    <a:pt x="213637" y="127401"/>
                    <a:pt x="216751" y="127401"/>
                  </a:cubicBezTo>
                  <a:cubicBezTo>
                    <a:pt x="234484" y="127401"/>
                    <a:pt x="248914" y="112971"/>
                    <a:pt x="248914" y="95237"/>
                  </a:cubicBezTo>
                  <a:cubicBezTo>
                    <a:pt x="248914" y="77504"/>
                    <a:pt x="234484" y="63074"/>
                    <a:pt x="216751" y="63074"/>
                  </a:cubicBezTo>
                  <a:cubicBezTo>
                    <a:pt x="207913" y="63074"/>
                    <a:pt x="199369" y="66776"/>
                    <a:pt x="193331" y="73213"/>
                  </a:cubicBezTo>
                  <a:cubicBezTo>
                    <a:pt x="193331" y="73213"/>
                    <a:pt x="136542" y="131568"/>
                    <a:pt x="123157" y="143084"/>
                  </a:cubicBezTo>
                  <a:cubicBezTo>
                    <a:pt x="111233" y="153336"/>
                    <a:pt x="96832" y="159782"/>
                    <a:pt x="79886" y="159782"/>
                  </a:cubicBezTo>
                  <a:cubicBezTo>
                    <a:pt x="62941" y="159782"/>
                    <a:pt x="46441" y="153071"/>
                    <a:pt x="34242" y="140881"/>
                  </a:cubicBezTo>
                  <a:cubicBezTo>
                    <a:pt x="22053" y="128692"/>
                    <a:pt x="15341" y="112477"/>
                    <a:pt x="15341" y="95237"/>
                  </a:cubicBezTo>
                  <a:cubicBezTo>
                    <a:pt x="15341" y="59647"/>
                    <a:pt x="44305" y="30692"/>
                    <a:pt x="79886" y="30692"/>
                  </a:cubicBezTo>
                  <a:cubicBezTo>
                    <a:pt x="86759" y="30692"/>
                    <a:pt x="91420" y="31964"/>
                    <a:pt x="93243" y="32059"/>
                  </a:cubicBezTo>
                  <a:cubicBezTo>
                    <a:pt x="97696" y="32296"/>
                    <a:pt x="101312" y="28641"/>
                    <a:pt x="101312" y="24407"/>
                  </a:cubicBezTo>
                  <a:cubicBezTo>
                    <a:pt x="101312" y="20714"/>
                    <a:pt x="98607" y="17439"/>
                    <a:pt x="95018" y="16794"/>
                  </a:cubicBezTo>
                  <a:cubicBezTo>
                    <a:pt x="95018" y="16794"/>
                    <a:pt x="88069" y="15351"/>
                    <a:pt x="79877" y="15351"/>
                  </a:cubicBezTo>
                  <a:cubicBezTo>
                    <a:pt x="35828" y="15341"/>
                    <a:pt x="0" y="51179"/>
                    <a:pt x="0" y="95228"/>
                  </a:cubicBezTo>
                  <a:cubicBezTo>
                    <a:pt x="0" y="116559"/>
                    <a:pt x="8307" y="136619"/>
                    <a:pt x="23401" y="151713"/>
                  </a:cubicBezTo>
                  <a:cubicBezTo>
                    <a:pt x="38486" y="166807"/>
                    <a:pt x="58555" y="175114"/>
                    <a:pt x="79886" y="175114"/>
                  </a:cubicBezTo>
                  <a:cubicBezTo>
                    <a:pt x="101218" y="175114"/>
                    <a:pt x="120090" y="167263"/>
                    <a:pt x="135033" y="152966"/>
                  </a:cubicBezTo>
                  <a:lnTo>
                    <a:pt x="206479" y="85165"/>
                  </a:lnTo>
                  <a:cubicBezTo>
                    <a:pt x="209375" y="82431"/>
                    <a:pt x="212242" y="80731"/>
                    <a:pt x="216751" y="80731"/>
                  </a:cubicBezTo>
                  <a:moveTo>
                    <a:pt x="216751" y="141232"/>
                  </a:moveTo>
                  <a:cubicBezTo>
                    <a:pt x="209479" y="141232"/>
                    <a:pt x="206384" y="139713"/>
                    <a:pt x="203878" y="139713"/>
                  </a:cubicBezTo>
                  <a:cubicBezTo>
                    <a:pt x="199008" y="139713"/>
                    <a:pt x="195040" y="143672"/>
                    <a:pt x="195040" y="148552"/>
                  </a:cubicBezTo>
                  <a:cubicBezTo>
                    <a:pt x="195040" y="152321"/>
                    <a:pt x="197631" y="155890"/>
                    <a:pt x="201049" y="156915"/>
                  </a:cubicBezTo>
                  <a:cubicBezTo>
                    <a:pt x="204467" y="157941"/>
                    <a:pt x="210618" y="158909"/>
                    <a:pt x="216751" y="158909"/>
                  </a:cubicBezTo>
                  <a:cubicBezTo>
                    <a:pt x="251867" y="158909"/>
                    <a:pt x="280451" y="130334"/>
                    <a:pt x="280451" y="95218"/>
                  </a:cubicBezTo>
                  <a:cubicBezTo>
                    <a:pt x="280451" y="60102"/>
                    <a:pt x="251876" y="31527"/>
                    <a:pt x="216760" y="31518"/>
                  </a:cubicBezTo>
                  <a:cubicBezTo>
                    <a:pt x="199578" y="31518"/>
                    <a:pt x="182936" y="38609"/>
                    <a:pt x="170965" y="51008"/>
                  </a:cubicBezTo>
                  <a:lnTo>
                    <a:pt x="106847" y="122246"/>
                  </a:lnTo>
                  <a:cubicBezTo>
                    <a:pt x="99632" y="129442"/>
                    <a:pt x="90063" y="133400"/>
                    <a:pt x="79905" y="133400"/>
                  </a:cubicBezTo>
                  <a:cubicBezTo>
                    <a:pt x="58849" y="133400"/>
                    <a:pt x="41723" y="116274"/>
                    <a:pt x="41723" y="95218"/>
                  </a:cubicBezTo>
                  <a:cubicBezTo>
                    <a:pt x="41723" y="74162"/>
                    <a:pt x="58858" y="57036"/>
                    <a:pt x="79924" y="57036"/>
                  </a:cubicBezTo>
                  <a:cubicBezTo>
                    <a:pt x="84842" y="57036"/>
                    <a:pt x="86380" y="57966"/>
                    <a:pt x="88478" y="57966"/>
                  </a:cubicBezTo>
                  <a:cubicBezTo>
                    <a:pt x="92142" y="57966"/>
                    <a:pt x="95930" y="54843"/>
                    <a:pt x="95930" y="50296"/>
                  </a:cubicBezTo>
                  <a:cubicBezTo>
                    <a:pt x="95930" y="46650"/>
                    <a:pt x="93386" y="43385"/>
                    <a:pt x="89949" y="42644"/>
                  </a:cubicBezTo>
                  <a:cubicBezTo>
                    <a:pt x="87215" y="42046"/>
                    <a:pt x="83152" y="41695"/>
                    <a:pt x="79905" y="41695"/>
                  </a:cubicBezTo>
                  <a:cubicBezTo>
                    <a:pt x="50390" y="41695"/>
                    <a:pt x="26391" y="65713"/>
                    <a:pt x="26391" y="95228"/>
                  </a:cubicBezTo>
                  <a:cubicBezTo>
                    <a:pt x="26391" y="124742"/>
                    <a:pt x="50400" y="148761"/>
                    <a:pt x="79915" y="148761"/>
                  </a:cubicBezTo>
                  <a:cubicBezTo>
                    <a:pt x="104160" y="148761"/>
                    <a:pt x="117574" y="133239"/>
                    <a:pt x="119710" y="131017"/>
                  </a:cubicBezTo>
                  <a:lnTo>
                    <a:pt x="182309" y="64773"/>
                  </a:lnTo>
                  <a:cubicBezTo>
                    <a:pt x="191062" y="54881"/>
                    <a:pt x="203622" y="49213"/>
                    <a:pt x="216770" y="49213"/>
                  </a:cubicBezTo>
                  <a:cubicBezTo>
                    <a:pt x="242146" y="49213"/>
                    <a:pt x="262793" y="69861"/>
                    <a:pt x="262793" y="95237"/>
                  </a:cubicBezTo>
                  <a:cubicBezTo>
                    <a:pt x="262793" y="120613"/>
                    <a:pt x="242146" y="141251"/>
                    <a:pt x="216760" y="141251"/>
                  </a:cubicBezTo>
                  <a:moveTo>
                    <a:pt x="284106" y="27910"/>
                  </a:moveTo>
                  <a:cubicBezTo>
                    <a:pt x="266097" y="9902"/>
                    <a:pt x="242183" y="0"/>
                    <a:pt x="216751" y="0"/>
                  </a:cubicBezTo>
                  <a:cubicBezTo>
                    <a:pt x="186505" y="0"/>
                    <a:pt x="157750" y="14629"/>
                    <a:pt x="139865" y="39113"/>
                  </a:cubicBezTo>
                  <a:cubicBezTo>
                    <a:pt x="139865" y="39113"/>
                    <a:pt x="91639" y="99414"/>
                    <a:pt x="89246" y="102443"/>
                  </a:cubicBezTo>
                  <a:cubicBezTo>
                    <a:pt x="86854" y="105480"/>
                    <a:pt x="83351" y="107056"/>
                    <a:pt x="79896" y="107056"/>
                  </a:cubicBezTo>
                  <a:cubicBezTo>
                    <a:pt x="73374" y="107056"/>
                    <a:pt x="68067" y="101759"/>
                    <a:pt x="68067" y="95228"/>
                  </a:cubicBezTo>
                  <a:cubicBezTo>
                    <a:pt x="68067" y="88696"/>
                    <a:pt x="73383" y="83399"/>
                    <a:pt x="79896" y="83399"/>
                  </a:cubicBezTo>
                  <a:cubicBezTo>
                    <a:pt x="81120" y="83399"/>
                    <a:pt x="82051" y="83532"/>
                    <a:pt x="83038" y="83532"/>
                  </a:cubicBezTo>
                  <a:cubicBezTo>
                    <a:pt x="87186" y="83532"/>
                    <a:pt x="90547" y="79981"/>
                    <a:pt x="90547" y="75890"/>
                  </a:cubicBezTo>
                  <a:cubicBezTo>
                    <a:pt x="90547" y="72700"/>
                    <a:pt x="88345" y="67925"/>
                    <a:pt x="80845" y="67925"/>
                  </a:cubicBezTo>
                  <a:cubicBezTo>
                    <a:pt x="64782" y="67925"/>
                    <a:pt x="52726" y="80238"/>
                    <a:pt x="52726" y="95218"/>
                  </a:cubicBezTo>
                  <a:cubicBezTo>
                    <a:pt x="52726" y="110199"/>
                    <a:pt x="64915" y="122379"/>
                    <a:pt x="79896" y="122388"/>
                  </a:cubicBezTo>
                  <a:cubicBezTo>
                    <a:pt x="87538" y="122388"/>
                    <a:pt x="94781" y="119179"/>
                    <a:pt x="99936" y="113550"/>
                  </a:cubicBezTo>
                  <a:lnTo>
                    <a:pt x="155519" y="47723"/>
                  </a:lnTo>
                  <a:cubicBezTo>
                    <a:pt x="170367" y="28622"/>
                    <a:pt x="192685" y="17658"/>
                    <a:pt x="216760" y="17658"/>
                  </a:cubicBezTo>
                  <a:cubicBezTo>
                    <a:pt x="237475" y="17658"/>
                    <a:pt x="256946" y="25727"/>
                    <a:pt x="271603" y="40375"/>
                  </a:cubicBezTo>
                  <a:cubicBezTo>
                    <a:pt x="286251" y="55023"/>
                    <a:pt x="294311" y="74494"/>
                    <a:pt x="294311" y="95218"/>
                  </a:cubicBezTo>
                  <a:cubicBezTo>
                    <a:pt x="294311" y="137976"/>
                    <a:pt x="259518" y="172769"/>
                    <a:pt x="216741" y="172769"/>
                  </a:cubicBezTo>
                  <a:cubicBezTo>
                    <a:pt x="204619" y="172769"/>
                    <a:pt x="200631" y="170548"/>
                    <a:pt x="197660" y="170548"/>
                  </a:cubicBezTo>
                  <a:cubicBezTo>
                    <a:pt x="192628" y="170548"/>
                    <a:pt x="188622" y="174506"/>
                    <a:pt x="188622" y="179452"/>
                  </a:cubicBezTo>
                  <a:cubicBezTo>
                    <a:pt x="188622" y="183145"/>
                    <a:pt x="190815" y="186278"/>
                    <a:pt x="194385" y="187731"/>
                  </a:cubicBezTo>
                  <a:cubicBezTo>
                    <a:pt x="197442" y="188974"/>
                    <a:pt x="209289" y="190436"/>
                    <a:pt x="216760" y="190436"/>
                  </a:cubicBezTo>
                  <a:cubicBezTo>
                    <a:pt x="269268" y="190436"/>
                    <a:pt x="311988" y="147716"/>
                    <a:pt x="311988" y="95218"/>
                  </a:cubicBezTo>
                  <a:cubicBezTo>
                    <a:pt x="311988" y="69776"/>
                    <a:pt x="302086" y="45872"/>
                    <a:pt x="284096" y="27882"/>
                  </a:cubicBezTo>
                </a:path>
              </a:pathLst>
            </a:custGeom>
            <a:solidFill>
              <a:srgbClr val="AADC14"/>
            </a:solidFill>
            <a:ln w="9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528010A6-C30A-3540-3C21-F94F1B0A47E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54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45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800"/>
        </a:spcBef>
        <a:buFontTx/>
        <a:buBlip>
          <a:blip r:embed="rId24"/>
        </a:buBlip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286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064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84250" indent="-177800" algn="l" defTabSz="91440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15">
          <p15:clr>
            <a:srgbClr val="F26B43"/>
          </p15:clr>
        </p15:guide>
        <p15:guide id="4" orient="horz" pos="527">
          <p15:clr>
            <a:srgbClr val="F26B43"/>
          </p15:clr>
        </p15:guide>
        <p15:guide id="5" pos="347">
          <p15:clr>
            <a:srgbClr val="F26B43"/>
          </p15:clr>
        </p15:guide>
        <p15:guide id="6" pos="7310">
          <p15:clr>
            <a:srgbClr val="F26B43"/>
          </p15:clr>
        </p15:guide>
        <p15:guide id="7" orient="horz" pos="768">
          <p15:clr>
            <a:srgbClr val="F26B43"/>
          </p15:clr>
        </p15:guide>
        <p15:guide id="8" orient="horz" pos="389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B5399E2-8E83-088C-0D81-BAF3F0F9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EDD419-E938-9990-BED6-63B603DC1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35226F-8635-AB12-49DE-14557304CC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2C9A5-2035-4FCB-9EA5-9AE7E9E4A51B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CFA2B-2F41-BD85-BFCF-55C296A25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3D770-20DE-0E78-F0A1-A6DBD152F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06A0C-2D92-4A38-A956-1B108828F6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97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Alimentation « temps réel »</a:t>
            </a:r>
            <a:br/>
            <a:r>
              <a:rPr lang="fr-FR">
                <a:solidFill/>
              </a:rPr>
              <a:t>de la table ADX alr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Solutions étudiées et recommandation · WI Azure DevOps 219698</a:t>
            </a:r>
            <a:br/>
            <a:r>
              <a:rPr lang="fr-FR">
                <a:solidFill/>
              </a:rPr>
              <a:t>Version 1.4 · 19/10/2026 · Adlène BECIS, Philippe FONTAINE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Sommaire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548640" indent="-548640">
              <a:spcAft>
                <a:spcPts val="1800"/>
              </a:spcAft>
            </a:pPr>
            <a:r>
              <a:rPr lang="fr-FR" sz="1600">
                <a:solidFill/>
              </a:rPr>
              <a:t>1.	Existant et contraintes à respecter</a:t>
            </a:r>
          </a:p>
          <a:p>
            <a:pPr marL="548640" indent="-548640">
              <a:spcAft>
                <a:spcPts val="1800"/>
              </a:spcAft>
            </a:pPr>
            <a:r>
              <a:rPr lang="fr-FR" sz="1600">
                <a:solidFill/>
              </a:rPr>
              <a:t>2.	Solutions possibles : avantages et inconvénients</a:t>
            </a:r>
          </a:p>
          <a:p>
            <a:pPr marL="548640" indent="-548640">
              <a:spcAft>
                <a:spcPts val="1800"/>
              </a:spcAft>
            </a:pPr>
            <a:r>
              <a:rPr lang="fr-FR" sz="1600">
                <a:solidFill/>
              </a:rPr>
              <a:t>3.	Solution préconisée et décision</a:t>
            </a:r>
          </a:p>
          <a:p>
            <a:pPr marL="548640" indent="-548640">
              <a:spcAft>
                <a:spcPts val="1800"/>
              </a:spcAft>
            </a:pPr>
            <a:r>
              <a:rPr lang="fr-FR" sz="1600">
                <a:solidFill/>
              </a:rPr>
              <a:t>A.	Annexe : le merger pseudo-delta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Passer d’une mise à jour quotidienne au quasi temps réel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Situation actuelle"/>
          <p:cNvSpPr/>
          <p:nvPr/>
        </p:nvSpPr>
        <p:spPr>
          <a:xfrm>
            <a:off x="429768" y="1645920"/>
            <a:ext cx="5120640" cy="19659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1200" b="1">
                <a:solidFill>
                  <a:schemeClr val="tx1"/>
                </a:solidFill>
              </a:rPr>
              <a:t>AUJOURD’HUI</a:t>
            </a:r>
          </a:p>
          <a:p>
            <a:pPr algn="l">
              <a:spcAft>
                <a:spcPts val="800"/>
              </a:spcAft>
            </a:pPr>
            <a:r>
              <a:rPr lang="fr-FR" sz="2600" b="0">
                <a:solidFill>
                  <a:schemeClr val="tx1"/>
                </a:solidFill>
                <a:latin typeface="+mj-lt"/>
              </a:rPr>
              <a:t>Données de J-1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ON’connect Revenue est mis à jour une fois par jour : les données disponibles sont celles de la veille.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0136" y="2651760"/>
            <a:ext cx="868680" cy="0"/>
          </a:xfrm>
          <a:prstGeom prst="line">
            <a:avLst/>
          </a:prstGeom>
          <a:ln w="50800">
            <a:solidFill>
              <a:schemeClr val="accent2"/>
            </a:solidFill>
            <a:tailEnd type="triangle" w="med" len="med"/>
          </a:ln>
        </p:spPr>
      </p:cxnSp>
      <p:sp>
        <p:nvSpPr>
          <p:cNvPr id="6" name="Cible"/>
          <p:cNvSpPr/>
          <p:nvPr/>
        </p:nvSpPr>
        <p:spPr>
          <a:xfrm>
            <a:off x="6638544" y="1645920"/>
            <a:ext cx="5120640" cy="1965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64592" rIns="228600" bIns="91440">
            <a:noAutofit/>
          </a:bodyPr>
          <a:lstStyle/>
          <a:p>
            <a:pPr algn="l">
              <a:spcAft>
                <a:spcPts val="200"/>
              </a:spcAft>
            </a:pPr>
            <a:r>
              <a:rPr lang="fr-FR" sz="1200" b="1">
                <a:solidFill>
                  <a:schemeClr val="tx1"/>
                </a:solidFill>
              </a:rPr>
              <a:t>CIBLE</a:t>
            </a:r>
          </a:p>
          <a:p>
            <a:pPr algn="l">
              <a:spcAft>
                <a:spcPts val="800"/>
              </a:spcAft>
            </a:pPr>
            <a:r>
              <a:rPr lang="fr-FR" sz="2600" b="0">
                <a:solidFill>
                  <a:schemeClr val="tx1"/>
                </a:solidFill>
                <a:latin typeface="+mj-lt"/>
              </a:rPr>
              <a:t>Quasi temps réel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Une fraîcheur équivalente à celle du portail de supervision ON’connect, pour les services reposant sur des alertes (gestion des fuites).</a:t>
            </a:r>
          </a:p>
        </p:txBody>
      </p:sp>
      <p:sp>
        <p:nvSpPr>
          <p:cNvPr id="7" name="Objectif"/>
          <p:cNvSpPr/>
          <p:nvPr/>
        </p:nvSpPr>
        <p:spPr>
          <a:xfrm>
            <a:off x="429768" y="3886200"/>
            <a:ext cx="11329416" cy="2103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500" b="1">
                <a:solidFill>
                  <a:schemeClr val="tx2"/>
                </a:solidFill>
              </a:rPr>
              <a:t>OBJECTIF DE L’ÉTUDE</a:t>
            </a:r>
          </a:p>
          <a:p>
            <a:pPr algn="l">
              <a:spcAft>
                <a:spcPts val="1000"/>
              </a:spcAft>
            </a:pPr>
            <a:r>
              <a:rPr lang="fr-FR" sz="1600" b="0">
                <a:solidFill>
                  <a:schemeClr val="bg1"/>
                </a:solidFill>
              </a:rPr>
              <a:t>Alimenter en quasi temps réel la table ADX des alarmes </a:t>
            </a:r>
            <a:r>
              <a:rPr lang="fr-FR" sz="1600" b="1">
                <a:solidFill>
                  <a:schemeClr val="bg1"/>
                </a:solidFill>
              </a:rPr>
              <a:t>alr</a:t>
            </a:r>
            <a:r>
              <a:rPr lang="fr-FR" sz="1600" b="0">
                <a:solidFill>
                  <a:schemeClr val="bg1"/>
                </a:solidFill>
              </a:rPr>
              <a:t> à partir d’une file RabbitMQ, avec les mêmes messages et les mêmes règles pseudo-delta que le notebook Synapse </a:t>
            </a:r>
            <a:r>
              <a:rPr lang="fr-FR" sz="1400" b="1">
                <a:solidFill>
                  <a:schemeClr val="bg1"/>
                </a:solidFill>
              </a:rPr>
              <a:t>emtd_dev_alr_json_to_delta_parallel</a:t>
            </a:r>
            <a:r>
              <a:rPr lang="fr-FR" sz="1600" b="0">
                <a:solidFill>
                  <a:schemeClr val="bg1"/>
                </a:solidFill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lang="fr-FR" sz="1600" b="0">
                <a:solidFill>
                  <a:schemeClr val="bg1"/>
                </a:solidFill>
              </a:rPr>
              <a:t>Le document compare les solutions possibles et formule une recommandation.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fr-FR">
                <a:solidFill/>
              </a:rPr>
              <a:t>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Existant et contraintes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Chaîne actuelle, règles pseudo-delta, update policy, contrat de message</a:t>
            </a:r>
          </a:p>
        </p:txBody>
      </p:sp>
      <p:sp>
        <p:nvSpPr>
          <p:cNvPr id="8" name="Slide Number Placeholder 1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Chaîne actuelle : trois étapes, un seul déclencheur quotidien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Étape 1"/>
          <p:cNvSpPr/>
          <p:nvPr/>
        </p:nvSpPr>
        <p:spPr>
          <a:xfrm>
            <a:off x="429768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N° étape 1"/>
          <p:cNvSpPr/>
          <p:nvPr/>
        </p:nvSpPr>
        <p:spPr>
          <a:xfrm>
            <a:off x="612647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itre étape 1"/>
          <p:cNvSpPr txBox="1"/>
          <p:nvPr/>
        </p:nvSpPr>
        <p:spPr>
          <a:xfrm>
            <a:off x="1207007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Collecte</a:t>
            </a:r>
          </a:p>
        </p:txBody>
      </p:sp>
      <p:sp>
        <p:nvSpPr>
          <p:cNvPr id="7" name="Détail étape 1"/>
          <p:cNvSpPr txBox="1"/>
          <p:nvPr/>
        </p:nvSpPr>
        <p:spPr>
          <a:xfrm>
            <a:off x="612647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Les services BAPS publient les alarmes ALR dans RabbitMQ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StreamSets Data Collector 3.22.3 les consomme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Dépôt de fichiers JSON dans le Datalake Synapse : </a:t>
            </a:r>
            <a:r>
              <a:rPr lang="fr-FR" sz="1200" b="1">
                <a:solidFill>
                  <a:schemeClr val="tx1"/>
                </a:solidFill>
              </a:rPr>
              <a:t>raw/EMTD/ALR/INPUT</a:t>
            </a:r>
          </a:p>
        </p:txBody>
      </p:sp>
      <p:sp>
        <p:nvSpPr>
          <p:cNvPr id="8" name="Étape 2"/>
          <p:cNvSpPr/>
          <p:nvPr/>
        </p:nvSpPr>
        <p:spPr>
          <a:xfrm>
            <a:off x="4297680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9" name="N° étape 2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itre étape 2"/>
          <p:cNvSpPr txBox="1"/>
          <p:nvPr/>
        </p:nvSpPr>
        <p:spPr>
          <a:xfrm>
            <a:off x="5074920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JSON vers Delta</a:t>
            </a:r>
          </a:p>
        </p:txBody>
      </p:sp>
      <p:sp>
        <p:nvSpPr>
          <p:cNvPr id="11" name="Détail étape 2"/>
          <p:cNvSpPr txBox="1"/>
          <p:nvPr/>
        </p:nvSpPr>
        <p:spPr>
          <a:xfrm>
            <a:off x="4480560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Trigger quotidien </a:t>
            </a:r>
            <a:r>
              <a:rPr lang="fr-FR" sz="1200" b="1">
                <a:solidFill>
                  <a:schemeClr val="tx1"/>
                </a:solidFill>
              </a:rPr>
              <a:t>EMTD_AND_DEPENDENCIES_24H</a:t>
            </a:r>
            <a:r>
              <a:rPr lang="fr-FR" sz="1400" b="0">
                <a:solidFill>
                  <a:schemeClr val="tx1"/>
                </a:solidFill>
              </a:rPr>
              <a:t>, fenêtre glissante de 24 h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emtd_dev_alr_json_to_delta_parallel</a:t>
            </a:r>
            <a:r>
              <a:rPr lang="fr-FR" sz="1400" b="0">
                <a:solidFill>
                  <a:schemeClr val="tx1"/>
                </a:solidFill>
              </a:rPr>
              <a:t> (pool SparkEmtdIngest)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Aplatit data.alarms[] et dédoublonne sur transmitter + code + date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Met à jour la Delta et exporte un Parquet pour ADX</a:t>
            </a:r>
          </a:p>
        </p:txBody>
      </p:sp>
      <p:sp>
        <p:nvSpPr>
          <p:cNvPr id="12" name="Étape 3"/>
          <p:cNvSpPr/>
          <p:nvPr/>
        </p:nvSpPr>
        <p:spPr>
          <a:xfrm>
            <a:off x="8165592" y="1645920"/>
            <a:ext cx="3593592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3" name="N° étape 3"/>
          <p:cNvSpPr/>
          <p:nvPr/>
        </p:nvSpPr>
        <p:spPr>
          <a:xfrm>
            <a:off x="8348472" y="1783080"/>
            <a:ext cx="457200" cy="457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Titre étape 3"/>
          <p:cNvSpPr txBox="1"/>
          <p:nvPr/>
        </p:nvSpPr>
        <p:spPr>
          <a:xfrm>
            <a:off x="8942832" y="1783080"/>
            <a:ext cx="26791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700" b="1">
                <a:solidFill>
                  <a:schemeClr val="tx1"/>
                </a:solidFill>
              </a:rPr>
              <a:t>Filtre OCR et ADX</a:t>
            </a:r>
          </a:p>
        </p:txBody>
      </p:sp>
      <p:sp>
        <p:nvSpPr>
          <p:cNvPr id="15" name="Détail étape 3"/>
          <p:cNvSpPr txBox="1"/>
          <p:nvPr/>
        </p:nvSpPr>
        <p:spPr>
          <a:xfrm>
            <a:off x="8348472" y="2377440"/>
            <a:ext cx="3227832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oc_revenue_filter_adx_client</a:t>
            </a:r>
            <a:r>
              <a:rPr lang="fr-FR" sz="1400" b="0">
                <a:solidFill>
                  <a:schemeClr val="tx1"/>
                </a:solidFill>
              </a:rPr>
              <a:t> : garde les transmetteurs du périmètre OCR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1">
                <a:solidFill>
                  <a:schemeClr val="tx1"/>
                </a:solidFill>
              </a:rPr>
              <a:t>oc_revenue_alr_adx_ingestion</a:t>
            </a:r>
            <a:r>
              <a:rPr lang="fr-FR" sz="1400" b="0">
                <a:solidFill>
                  <a:schemeClr val="tx1"/>
                </a:solidFill>
              </a:rPr>
              <a:t> : lot déposé dans alr_tmp, puis </a:t>
            </a:r>
            <a:r>
              <a:rPr lang="fr-FR" sz="1200" b="1">
                <a:solidFill>
                  <a:schemeClr val="tx1"/>
                </a:solidFill>
              </a:rPr>
              <a:t>.update table</a:t>
            </a:r>
            <a:r>
              <a:rPr lang="fr-FR" sz="1400" b="0">
                <a:solidFill>
                  <a:schemeClr val="tx1"/>
                </a:solidFill>
              </a:rPr>
              <a:t> sur alr</a:t>
            </a:r>
          </a:p>
        </p:txBody>
      </p:sp>
      <p:sp>
        <p:nvSpPr>
          <p:cNvPr id="16" name="Cadence"/>
          <p:cNvSpPr/>
          <p:nvPr/>
        </p:nvSpPr>
        <p:spPr>
          <a:xfrm>
            <a:off x="429768" y="5120640"/>
            <a:ext cx="2651760" cy="960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3400" b="0">
                <a:solidFill>
                  <a:schemeClr val="tx2"/>
                </a:solidFill>
                <a:latin typeface="+mj-lt"/>
              </a:rPr>
              <a:t>24 h</a:t>
            </a:r>
          </a:p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cadence unique</a:t>
            </a:r>
          </a:p>
        </p:txBody>
      </p:sp>
      <p:sp>
        <p:nvSpPr>
          <p:cNvPr id="17" name="Conséquence cadence"/>
          <p:cNvSpPr/>
          <p:nvPr/>
        </p:nvSpPr>
        <p:spPr>
          <a:xfrm>
            <a:off x="3355848" y="5120640"/>
            <a:ext cx="8403336" cy="9601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228600" tIns="9144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Le trigger est partagé avec MSR et PATRIMONIO : une cadence plus fréquente suppose une chaîne ALR dédiée, avec son propre déclencheur et couvrant les étapes 2 et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Règles à conserver : le pseudo-delta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Règle 1 (fond)"/>
          <p:cNvSpPr/>
          <p:nvPr/>
        </p:nvSpPr>
        <p:spPr>
          <a:xfrm>
            <a:off x="429768" y="1645920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Règle 1 (n°)"/>
          <p:cNvSpPr/>
          <p:nvPr/>
        </p:nvSpPr>
        <p:spPr>
          <a:xfrm>
            <a:off x="521207" y="17876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Règle 1"/>
          <p:cNvSpPr txBox="1"/>
          <p:nvPr/>
        </p:nvSpPr>
        <p:spPr>
          <a:xfrm>
            <a:off x="1207008" y="1645920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Aplatir </a:t>
            </a:r>
            <a:r>
              <a:rPr lang="fr-FR" sz="1200" b="1">
                <a:solidFill>
                  <a:schemeClr val="tx1"/>
                </a:solidFill>
              </a:rPr>
              <a:t>data.alarms[]</a:t>
            </a:r>
            <a:r>
              <a:rPr lang="fr-FR" sz="1400" b="0">
                <a:solidFill>
                  <a:schemeClr val="tx1"/>
                </a:solidFill>
              </a:rPr>
              <a:t> : une ligne par alarme, avec le client et le transmetteur du message</a:t>
            </a:r>
          </a:p>
        </p:txBody>
      </p:sp>
      <p:sp>
        <p:nvSpPr>
          <p:cNvPr id="7" name="Règle 2 (fond)"/>
          <p:cNvSpPr/>
          <p:nvPr/>
        </p:nvSpPr>
        <p:spPr>
          <a:xfrm>
            <a:off x="429768" y="2532888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8" name="Règle 2 (n°)"/>
          <p:cNvSpPr/>
          <p:nvPr/>
        </p:nvSpPr>
        <p:spPr>
          <a:xfrm>
            <a:off x="521207" y="267462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Règle 2"/>
          <p:cNvSpPr txBox="1"/>
          <p:nvPr/>
        </p:nvSpPr>
        <p:spPr>
          <a:xfrm>
            <a:off x="1207008" y="2532888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Normaliser </a:t>
            </a:r>
            <a:r>
              <a:rPr lang="fr-FR" sz="1200" b="1">
                <a:solidFill>
                  <a:schemeClr val="tx1"/>
                </a:solidFill>
              </a:rPr>
              <a:t>recordTs</a:t>
            </a:r>
            <a:r>
              <a:rPr lang="fr-FR" sz="1400" b="0">
                <a:solidFill>
                  <a:schemeClr val="tx1"/>
                </a:solidFill>
              </a:rPr>
              <a:t> : s’il est absent, il prend l’heure d’exécution du traitement</a:t>
            </a:r>
          </a:p>
        </p:txBody>
      </p:sp>
      <p:sp>
        <p:nvSpPr>
          <p:cNvPr id="10" name="Règle 3 (fond)"/>
          <p:cNvSpPr/>
          <p:nvPr/>
        </p:nvSpPr>
        <p:spPr>
          <a:xfrm>
            <a:off x="429768" y="3419856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1" name="Règle 3 (n°)"/>
          <p:cNvSpPr/>
          <p:nvPr/>
        </p:nvSpPr>
        <p:spPr>
          <a:xfrm>
            <a:off x="521207" y="3561588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Règle 3"/>
          <p:cNvSpPr txBox="1"/>
          <p:nvPr/>
        </p:nvSpPr>
        <p:spPr>
          <a:xfrm>
            <a:off x="1207008" y="3419856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Calculer </a:t>
            </a:r>
            <a:r>
              <a:rPr lang="fr-FR" sz="1200" b="1">
                <a:solidFill>
                  <a:schemeClr val="tx1"/>
                </a:solidFill>
              </a:rPr>
              <a:t>partDate</a:t>
            </a:r>
            <a:r>
              <a:rPr lang="fr-FR" sz="1400" b="0">
                <a:solidFill>
                  <a:schemeClr val="tx1"/>
                </a:solidFill>
              </a:rPr>
              <a:t> : mois de valueDate (aaaa-MM), partition de la Delta ; seuls les mois du lot sont relus</a:t>
            </a:r>
          </a:p>
        </p:txBody>
      </p:sp>
      <p:sp>
        <p:nvSpPr>
          <p:cNvPr id="13" name="Règle 4 (fond)"/>
          <p:cNvSpPr/>
          <p:nvPr/>
        </p:nvSpPr>
        <p:spPr>
          <a:xfrm>
            <a:off x="429768" y="4306824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4" name="Règle 4 (n°)"/>
          <p:cNvSpPr/>
          <p:nvPr/>
        </p:nvSpPr>
        <p:spPr>
          <a:xfrm>
            <a:off x="521207" y="4448556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Règle 4"/>
          <p:cNvSpPr txBox="1"/>
          <p:nvPr/>
        </p:nvSpPr>
        <p:spPr>
          <a:xfrm>
            <a:off x="1207008" y="4306824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Dédoublonner dans le lot</a:t>
            </a:r>
            <a:r>
              <a:rPr lang="fr-FR" sz="1400" b="0">
                <a:solidFill>
                  <a:schemeClr val="tx1"/>
                </a:solidFill>
              </a:rPr>
              <a:t> sur transmitter + code + date, en gardant le recordTs le plus récent</a:t>
            </a:r>
          </a:p>
        </p:txBody>
      </p:sp>
      <p:sp>
        <p:nvSpPr>
          <p:cNvPr id="16" name="Règle 5 (fond)"/>
          <p:cNvSpPr/>
          <p:nvPr/>
        </p:nvSpPr>
        <p:spPr>
          <a:xfrm>
            <a:off x="429768" y="5193792"/>
            <a:ext cx="7040880" cy="786384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7" name="Règle 5 (n°)"/>
          <p:cNvSpPr/>
          <p:nvPr/>
        </p:nvSpPr>
        <p:spPr>
          <a:xfrm>
            <a:off x="521207" y="5335524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Règle 5"/>
          <p:cNvSpPr txBox="1"/>
          <p:nvPr/>
        </p:nvSpPr>
        <p:spPr>
          <a:xfrm>
            <a:off x="1207008" y="5193792"/>
            <a:ext cx="61264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Remplacer dans alr</a:t>
            </a:r>
            <a:r>
              <a:rPr lang="fr-FR" sz="1400" b="0">
                <a:solidFill>
                  <a:schemeClr val="tx1"/>
                </a:solidFill>
              </a:rPr>
              <a:t> la version existante de chaque alarme du lot, sans tenir compte du client</a:t>
            </a:r>
          </a:p>
        </p:txBody>
      </p:sp>
      <p:sp>
        <p:nvSpPr>
          <p:cNvPr id="19" name="Clé de remplacement"/>
          <p:cNvSpPr/>
          <p:nvPr/>
        </p:nvSpPr>
        <p:spPr>
          <a:xfrm>
            <a:off x="7772400" y="1645920"/>
            <a:ext cx="3986784" cy="4343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82880" rIns="228600" bIns="137160">
            <a:noAutofit/>
          </a:bodyPr>
          <a:lstStyle/>
          <a:p>
            <a:pPr algn="l">
              <a:spcAft>
                <a:spcPts val="1000"/>
              </a:spcAft>
            </a:pPr>
            <a:r>
              <a:rPr lang="fr-FR" sz="1200" b="1">
                <a:solidFill>
                  <a:schemeClr val="tx2"/>
                </a:solidFill>
              </a:rPr>
              <a:t>CLÉ DE REMPLACEMENT DANS ALR</a:t>
            </a:r>
          </a:p>
        </p:txBody>
      </p:sp>
      <p:sp>
        <p:nvSpPr>
          <p:cNvPr id="20" name="Clé valueDate"/>
          <p:cNvSpPr/>
          <p:nvPr/>
        </p:nvSpPr>
        <p:spPr>
          <a:xfrm>
            <a:off x="8046720" y="2331720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valueDate</a:t>
            </a:r>
          </a:p>
        </p:txBody>
      </p:sp>
      <p:sp>
        <p:nvSpPr>
          <p:cNvPr id="21" name="Clé transmitter"/>
          <p:cNvSpPr/>
          <p:nvPr/>
        </p:nvSpPr>
        <p:spPr>
          <a:xfrm>
            <a:off x="8046720" y="2898648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transmitter</a:t>
            </a:r>
          </a:p>
        </p:txBody>
      </p:sp>
      <p:sp>
        <p:nvSpPr>
          <p:cNvPr id="22" name="Clé code"/>
          <p:cNvSpPr/>
          <p:nvPr/>
        </p:nvSpPr>
        <p:spPr>
          <a:xfrm>
            <a:off x="8046720" y="3465576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23" name="Clé eventDate"/>
          <p:cNvSpPr/>
          <p:nvPr/>
        </p:nvSpPr>
        <p:spPr>
          <a:xfrm>
            <a:off x="8046720" y="4032504"/>
            <a:ext cx="343814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tx1"/>
                </a:solidFill>
              </a:rPr>
              <a:t>eventDate</a:t>
            </a:r>
          </a:p>
        </p:txBody>
      </p:sp>
      <p:sp>
        <p:nvSpPr>
          <p:cNvPr id="24" name="Précisions clé"/>
          <p:cNvSpPr txBox="1"/>
          <p:nvPr/>
        </p:nvSpPr>
        <p:spPr>
          <a:xfrm>
            <a:off x="8046720" y="4663440"/>
            <a:ext cx="3438144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300" b="1">
                <a:solidFill>
                  <a:schemeClr val="bg1"/>
                </a:solidFill>
              </a:rPr>
              <a:t>Le client n’entre jamais dans la clé, ni côté Delta, ni côté ADX.</a:t>
            </a:r>
          </a:p>
          <a:p>
            <a:pPr algn="l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Delta : un mois (partDate) à la fois, uniquement les codes présents dans le 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Attention : la dernière version reçue l’emporte, pas la plus récente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Étape 1"/>
          <p:cNvSpPr/>
          <p:nvPr/>
        </p:nvSpPr>
        <p:spPr>
          <a:xfrm>
            <a:off x="429768" y="1645920"/>
            <a:ext cx="3383280" cy="29260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SITUATION DE DÉPART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10:00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Version déjà présente dans alr pour une alarme (T, C, E)</a:t>
            </a:r>
          </a:p>
        </p:txBody>
      </p:sp>
      <p:sp>
        <p:nvSpPr>
          <p:cNvPr id="5" name="Étape 2"/>
          <p:cNvSpPr/>
          <p:nvPr/>
        </p:nvSpPr>
        <p:spPr>
          <a:xfrm>
            <a:off x="4402836" y="1645920"/>
            <a:ext cx="3383280" cy="292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LOT A REÇU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10:02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Le lot contient 10:01 et 10:02, garde 10:02, qui remplace 10:00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108960"/>
            <a:ext cx="443483" cy="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</p:cxnSp>
      <p:sp>
        <p:nvSpPr>
          <p:cNvPr id="7" name="Étape 3"/>
          <p:cNvSpPr/>
          <p:nvPr/>
        </p:nvSpPr>
        <p:spPr>
          <a:xfrm>
            <a:off x="8375904" y="1645920"/>
            <a:ext cx="3383280" cy="2926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200" b="1">
                <a:solidFill>
                  <a:schemeClr val="tx1"/>
                </a:solidFill>
              </a:rPr>
              <a:t>LOT B REÇU PLUS TARD</a:t>
            </a:r>
          </a:p>
          <a:p>
            <a:pPr algn="l">
              <a:spcAft>
                <a:spcPts val="0"/>
              </a:spcAft>
            </a:pPr>
            <a:r>
              <a:rPr lang="fr-FR" sz="1300" b="0">
                <a:solidFill>
                  <a:schemeClr val="tx1"/>
                </a:solidFill>
              </a:rPr>
              <a:t>Version dans alr :</a:t>
            </a:r>
          </a:p>
          <a:p>
            <a:pPr algn="l">
              <a:spcAft>
                <a:spcPts val="1000"/>
              </a:spcAft>
            </a:pPr>
            <a:r>
              <a:rPr lang="fr-FR" sz="5400" b="0">
                <a:solidFill>
                  <a:schemeClr val="tx1"/>
                </a:solidFill>
                <a:latin typeface="+mj-lt"/>
              </a:rPr>
              <a:t>09:59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La version en retard 09:59 remplace 10:02 : retour en arrière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59268" y="3108960"/>
            <a:ext cx="443484" cy="0"/>
          </a:xfrm>
          <a:prstGeom prst="line">
            <a:avLst/>
          </a:prstGeom>
          <a:ln w="38100">
            <a:solidFill>
              <a:schemeClr val="tx1"/>
            </a:solidFill>
            <a:tailEnd type="triangle" w="med" len="med"/>
          </a:ln>
        </p:spPr>
      </p:cxnSp>
      <p:sp>
        <p:nvSpPr>
          <p:cNvPr id="9" name="Conséquence"/>
          <p:cNvSpPr/>
          <p:nvPr/>
        </p:nvSpPr>
        <p:spPr>
          <a:xfrm>
            <a:off x="429768" y="4846320"/>
            <a:ext cx="11329416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400" b="1">
                <a:solidFill>
                  <a:schemeClr val="tx2"/>
                </a:solidFill>
              </a:rPr>
              <a:t>COMPORTEMENT ACTUEL : « LA DERNIÈRE VERSION REÇUE L’EMPORTE »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bg1"/>
                </a:solidFill>
              </a:rPr>
              <a:t>Pour garantir « la version la plus récente l’emporte », il faudrait comparer chaque version entrante à celle déjà stockée avant de la remplacer.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Update policy et .update table : deux rôles complémentaires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Update policy : peut couvrir (titre)"/>
          <p:cNvSpPr/>
          <p:nvPr/>
        </p:nvSpPr>
        <p:spPr>
          <a:xfrm>
            <a:off x="429768" y="1645920"/>
            <a:ext cx="3593592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Update policy : peut couvrir</a:t>
            </a:r>
          </a:p>
        </p:txBody>
      </p:sp>
      <p:sp>
        <p:nvSpPr>
          <p:cNvPr id="5" name="Update policy : peut couvrir"/>
          <p:cNvSpPr/>
          <p:nvPr/>
        </p:nvSpPr>
        <p:spPr>
          <a:xfrm>
            <a:off x="429768" y="2194560"/>
            <a:ext cx="3593592" cy="27432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Lire le staging alimenté par Event Hubs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Aplatir data.alarms[] et typer les colonnes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Calculer partDate, appliquer le fallback recordTs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Ajouter dans une table intermédiaire (append)</a:t>
            </a:r>
          </a:p>
        </p:txBody>
      </p:sp>
      <p:sp>
        <p:nvSpPr>
          <p:cNvPr id="6" name="Update policy : ne couvre pas (titre)"/>
          <p:cNvSpPr/>
          <p:nvPr/>
        </p:nvSpPr>
        <p:spPr>
          <a:xfrm>
            <a:off x="4297680" y="1645920"/>
            <a:ext cx="359359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Update policy : ne couvre pas</a:t>
            </a:r>
          </a:p>
        </p:txBody>
      </p:sp>
      <p:sp>
        <p:nvSpPr>
          <p:cNvPr id="7" name="Update policy : ne couvre pas"/>
          <p:cNvSpPr/>
          <p:nvPr/>
        </p:nvSpPr>
        <p:spPr>
          <a:xfrm>
            <a:off x="4297680" y="2194560"/>
            <a:ext cx="3593592" cy="27432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Rapprocher le lot des alarmes déjà dans alr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Remplacer une alarme existante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Choisir la version la plus récente (recordTs)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Traiter la table mois par mois</a:t>
            </a:r>
          </a:p>
        </p:txBody>
      </p:sp>
      <p:sp>
        <p:nvSpPr>
          <p:cNvPr id="8" name=".update table : remplace (titre)"/>
          <p:cNvSpPr/>
          <p:nvPr/>
        </p:nvSpPr>
        <p:spPr>
          <a:xfrm>
            <a:off x="8165592" y="1645920"/>
            <a:ext cx="3593592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bg1"/>
                </a:solidFill>
              </a:rPr>
              <a:t>.update table : remplace</a:t>
            </a:r>
          </a:p>
        </p:txBody>
      </p:sp>
      <p:sp>
        <p:nvSpPr>
          <p:cNvPr id="9" name=".update table : remplace"/>
          <p:cNvSpPr/>
          <p:nvPr/>
        </p:nvSpPr>
        <p:spPr>
          <a:xfrm>
            <a:off x="8165592" y="2194560"/>
            <a:ext cx="3593592" cy="27432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Supprime les anciennes versions et ajoute les nouvelles en une opération atomique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Déjà utilisée par oc_revenue_alr_adx_ingestion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Ne se lance pas seule : il faut un orchestrateur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Droits Table Admin, 5 M de lignes supprimées max par commande</a:t>
            </a:r>
          </a:p>
        </p:txBody>
      </p:sp>
      <p:sp>
        <p:nvSpPr>
          <p:cNvPr id="10" name="Positionnement"/>
          <p:cNvSpPr/>
          <p:nvPr/>
        </p:nvSpPr>
        <p:spPr>
          <a:xfrm>
            <a:off x="429768" y="5120640"/>
            <a:ext cx="11329416" cy="960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lang="fr-FR" sz="1300" b="1">
                <a:solidFill>
                  <a:schemeClr val="tx2"/>
                </a:solidFill>
              </a:rPr>
              <a:t>EN PRATIQUE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Update policy pour préparer (staging typé), .update table pour remplacer dans alr (merger). Table temps réel dédiée avec arg_max(recordTs, *) à la lecture : écartée, alr reste la référence.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Contrat de message et conversions à respecter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Message"/>
          <p:cNvSpPr/>
          <p:nvPr/>
        </p:nvSpPr>
        <p:spPr>
          <a:xfrm>
            <a:off x="429768" y="1645920"/>
            <a:ext cx="4023360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700" b="1">
                <a:solidFill>
                  <a:schemeClr val="tx1"/>
                </a:solidFill>
              </a:rPr>
              <a:t>Message RabbitMQ (format inchangé)</a:t>
            </a:r>
          </a:p>
          <a:p>
            <a:pPr algn="l" marL="182880" indent="-182880">
              <a:spcAft>
                <a:spcPts val="10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600" b="0">
                <a:solidFill>
                  <a:schemeClr val="tx1"/>
                </a:solidFill>
              </a:rPr>
              <a:t>origin, type</a:t>
            </a:r>
          </a:p>
          <a:p>
            <a:pPr algn="l" marL="182880" indent="-182880">
              <a:spcAft>
                <a:spcPts val="10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600" b="0">
                <a:solidFill>
                  <a:schemeClr val="tx1"/>
                </a:solidFill>
              </a:rPr>
              <a:t>data.client, data.transmitter</a:t>
            </a:r>
          </a:p>
          <a:p>
            <a:pPr algn="l" marL="182880" indent="-182880">
              <a:spcAft>
                <a:spcPts val="10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600" b="0">
                <a:solidFill>
                  <a:schemeClr val="tx1"/>
                </a:solidFill>
              </a:rPr>
              <a:t>data.alarms[] : alarmCategory, code, complement, date, recordTs, value, valueDate</a:t>
            </a:r>
          </a:p>
        </p:txBody>
      </p:sp>
      <p:graphicFrame>
        <p:nvGraphicFramePr>
          <p:cNvPr id="5" name="Conversions"/>
          <p:cNvGraphicFramePr>
            <a:graphicFrameLocks noGrp="1"/>
          </p:cNvGraphicFramePr>
          <p:nvPr/>
        </p:nvGraphicFramePr>
        <p:xfrm>
          <a:off x="4754880" y="1645920"/>
          <a:ext cx="7031736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5111496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Champ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Conversion à appliquer dans ADX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Converti en UTC et stocké dans eventDate (alr n’a pas de colonne date)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recordTs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Nombre de millisecondes converti en date-heure : unité à conserver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valueDate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Obligatoire ; partDate en est déduit (mois, aaaa-MM)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complement, value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Stockés en texte, ni objet JSON ni nombre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appel"/>
          <p:cNvSpPr/>
          <p:nvPr/>
        </p:nvSpPr>
        <p:spPr>
          <a:xfrm>
            <a:off x="429768" y="5166360"/>
            <a:ext cx="11329416" cy="868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bg1"/>
                </a:solidFill>
              </a:rPr>
              <a:t>La nouvelle chaîne doit appliquer exactement les mêmes conversions que le notebook actuel : les règles de consolidation en dépendent.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fr-FR">
                <a:solidFill/>
              </a:rPr>
              <a:t>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2.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Solutions possibles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Quatre options comparées : principe, avantages, inconvénients, charge</a:t>
            </a:r>
          </a:p>
        </p:txBody>
      </p:sp>
      <p:sp>
        <p:nvSpPr>
          <p:cNvPr id="8" name="Slide Number Placeholder 1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Vue d’ensemble des quatre solutions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graphicFrame>
        <p:nvGraphicFramePr>
          <p:cNvPr id="4" name="Comparatif"/>
          <p:cNvGraphicFramePr>
            <a:graphicFrameLocks noGrp="1"/>
          </p:cNvGraphicFramePr>
          <p:nvPr/>
        </p:nvGraphicFramePr>
        <p:xfrm>
          <a:off x="429768" y="1645920"/>
          <a:ext cx="11329416" cy="3703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/>
                <a:gridCol w="2834640"/>
                <a:gridCol w="3108960"/>
                <a:gridCol w="1325880"/>
                <a:gridCol w="868680"/>
                <a:gridCol w="2734056"/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Solution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Principe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Fidélité aux règles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Charge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</a:rPr>
                        <a:t>Verdict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Micro-batch Synapse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RabbitMQ → StreamSets → Lake → notebooks existants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On garde le notebook pseudo-delta actuel et on augmente la fréquence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Très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2 à 4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La plus simple, mais pas du temps réel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Shovel + Event Hubs + merger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RabbitMQ Shovel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Le shovel transporte, ADX ingère, un merger applique le pseudo-delta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Moyenne à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8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Bon MVP si le PoC Shovel est concluant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Consumer + Event Hubs + merger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Consumer containerisé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Un consumer remplace le shovel et prépare le flux proprement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Très 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10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Meilleur compromis professionnel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fr-FR" sz="1200" b="1">
                          <a:solidFill>
                            <a:schemeClr val="tx1"/>
                          </a:solidFill>
                        </a:rPr>
                        <a:t>Consumer direct vers ADX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Pseudo-delta embarqué dans l’application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L’application gère transport, dédoublonnage et écriture finale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Forte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15 j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200" b="0">
                          <a:solidFill>
                            <a:schemeClr val="tx1"/>
                          </a:solidFill>
                        </a:rPr>
                        <a:t>La moins simple, seulement si la latence prime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Notes"/>
          <p:cNvSpPr txBox="1"/>
          <p:nvPr/>
        </p:nvSpPr>
        <p:spPr>
          <a:xfrm>
            <a:off x="429768" y="5486400"/>
            <a:ext cx="11329416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0">
                <a:solidFill>
                  <a:schemeClr val="tx1"/>
                </a:solidFill>
              </a:rPr>
              <a:t>Charges : ordres de grandeur d’étude, hors validation infra. Variante non retenue de la solution 2 : Event Hubs → Data Connection → update policy → alr sans merger, car l’append ne remplace pas les lignes existantes.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Solution 1 : micro-batch avec le notebook Synapse existant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600200"/>
            <a:ext cx="1936699" cy="7315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5" name="Flux 2"/>
          <p:cNvSpPr/>
          <p:nvPr/>
        </p:nvSpPr>
        <p:spPr>
          <a:xfrm>
            <a:off x="2777947" y="1600200"/>
            <a:ext cx="1936699" cy="7315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StreamSets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3.22.3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12187" y="196596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5126126" y="1600200"/>
            <a:ext cx="1936699" cy="7315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Lake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fichiers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60366" y="196596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Flux 4"/>
          <p:cNvSpPr/>
          <p:nvPr/>
        </p:nvSpPr>
        <p:spPr>
          <a:xfrm>
            <a:off x="7474305" y="1600200"/>
            <a:ext cx="1936699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Notebooks Synapse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pseudo-delta, filtre OCR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08545" y="196596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1" name="Flux 5"/>
          <p:cNvSpPr/>
          <p:nvPr/>
        </p:nvSpPr>
        <p:spPr>
          <a:xfrm>
            <a:off x="9822484" y="1600200"/>
            <a:ext cx="1936699" cy="731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ADX alr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56724" y="196596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3" name="Durée"/>
          <p:cNvSpPr/>
          <p:nvPr/>
        </p:nvSpPr>
        <p:spPr>
          <a:xfrm>
            <a:off x="429768" y="2514600"/>
            <a:ext cx="3593592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3600" b="0">
                <a:solidFill>
                  <a:schemeClr val="tx2"/>
                </a:solidFill>
                <a:latin typeface="+mj-lt"/>
              </a:rPr>
              <a:t>28–36 min</a:t>
            </a:r>
          </a:p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d’exécution des traitements actuels</a:t>
            </a:r>
          </a:p>
        </p:txBody>
      </p:sp>
      <p:sp>
        <p:nvSpPr>
          <p:cNvPr id="14" name="Bout en bout"/>
          <p:cNvSpPr/>
          <p:nvPr/>
        </p:nvSpPr>
        <p:spPr>
          <a:xfrm>
            <a:off x="4297680" y="2514600"/>
            <a:ext cx="3593592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3600" b="0">
                <a:solidFill>
                  <a:schemeClr val="tx2"/>
                </a:solidFill>
                <a:latin typeface="+mj-lt"/>
              </a:rPr>
              <a:t>≈ 47 min</a:t>
            </a:r>
          </a:p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bg1"/>
                </a:solidFill>
              </a:rPr>
              <a:t>de bout en bout, dans le meilleur cas</a:t>
            </a:r>
          </a:p>
        </p:txBody>
      </p:sp>
      <p:sp>
        <p:nvSpPr>
          <p:cNvPr id="15" name="Cadence pilote"/>
          <p:cNvSpPr/>
          <p:nvPr/>
        </p:nvSpPr>
        <p:spPr>
          <a:xfrm>
            <a:off x="8165592" y="2514600"/>
            <a:ext cx="3593592" cy="1188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3600" b="0">
                <a:solidFill>
                  <a:schemeClr val="tx1"/>
                </a:solidFill>
                <a:latin typeface="+mj-lt"/>
              </a:rPr>
              <a:t>60 → 30 min</a:t>
            </a:r>
          </a:p>
          <a:p>
            <a:pPr algn="ctr">
              <a:spcAft>
                <a:spcPts val="600"/>
              </a:spcAft>
            </a:pPr>
            <a:r>
              <a:rPr lang="fr-FR" sz="1300" b="0">
                <a:solidFill>
                  <a:schemeClr val="tx1"/>
                </a:solidFill>
              </a:rPr>
              <a:t>cadence du pilote, en séquentiel</a:t>
            </a:r>
          </a:p>
        </p:txBody>
      </p:sp>
      <p:sp>
        <p:nvSpPr>
          <p:cNvPr id="16" name="Avantages (titre)"/>
          <p:cNvSpPr/>
          <p:nvPr/>
        </p:nvSpPr>
        <p:spPr>
          <a:xfrm>
            <a:off x="429768" y="3886200"/>
            <a:ext cx="5527548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Avantages</a:t>
            </a:r>
          </a:p>
        </p:txBody>
      </p:sp>
      <p:sp>
        <p:nvSpPr>
          <p:cNvPr id="17" name="Avantages"/>
          <p:cNvSpPr/>
          <p:nvPr/>
        </p:nvSpPr>
        <p:spPr>
          <a:xfrm>
            <a:off x="429768" y="4434840"/>
            <a:ext cx="5527548" cy="16459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Réutilisation complète des traitements existants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Règles conservées : pseudo-delta, recordTs, clé transmitter + code + date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Risque limité, 2 à 4 jours de charge</a:t>
            </a:r>
          </a:p>
        </p:txBody>
      </p:sp>
      <p:sp>
        <p:nvSpPr>
          <p:cNvPr id="18" name="Inconvénients (titre)"/>
          <p:cNvSpPr/>
          <p:nvPr/>
        </p:nvSpPr>
        <p:spPr>
          <a:xfrm>
            <a:off x="6231636" y="3886200"/>
            <a:ext cx="5527548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Inconvénients</a:t>
            </a:r>
          </a:p>
        </p:txBody>
      </p:sp>
      <p:sp>
        <p:nvSpPr>
          <p:cNvPr id="19" name="Inconvénients"/>
          <p:cNvSpPr/>
          <p:nvPr/>
        </p:nvSpPr>
        <p:spPr>
          <a:xfrm>
            <a:off x="6231636" y="4434840"/>
            <a:ext cx="5527548" cy="16459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Pas de temps réel : fraîcheur de plusieurs dizaines de minutes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Fréquence de 1 à 5 minutes non démontrée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300" b="0">
                <a:solidFill>
                  <a:schemeClr val="tx1"/>
                </a:solidFill>
              </a:rPr>
              <a:t>Dépendance à Synapse et à ses démarrages Spark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Solution 2 : Shovel, Event Hubs, staging ADX, merger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600200"/>
            <a:ext cx="1621536" cy="8686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5" name="Flux 2"/>
          <p:cNvSpPr/>
          <p:nvPr/>
        </p:nvSpPr>
        <p:spPr>
          <a:xfrm>
            <a:off x="2371344" y="1600200"/>
            <a:ext cx="1621536" cy="8686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Shovel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AMQP 1.0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97024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4312920" y="1600200"/>
            <a:ext cx="1621536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Event Hubs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38600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Flux 4"/>
          <p:cNvSpPr/>
          <p:nvPr/>
        </p:nvSpPr>
        <p:spPr>
          <a:xfrm>
            <a:off x="6254496" y="1600200"/>
            <a:ext cx="1621536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Staging ADX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Data Connection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0176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1" name="Flux 5"/>
          <p:cNvSpPr/>
          <p:nvPr/>
        </p:nvSpPr>
        <p:spPr>
          <a:xfrm>
            <a:off x="8196072" y="1600200"/>
            <a:ext cx="1621536" cy="86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Merger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à développer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1752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3" name="Flux 6"/>
          <p:cNvSpPr/>
          <p:nvPr/>
        </p:nvSpPr>
        <p:spPr>
          <a:xfrm>
            <a:off x="10137648" y="1600200"/>
            <a:ext cx="1621536" cy="868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alr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63328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5" name="Avantages (titre)"/>
          <p:cNvSpPr/>
          <p:nvPr/>
        </p:nvSpPr>
        <p:spPr>
          <a:xfrm>
            <a:off x="429768" y="2697480"/>
            <a:ext cx="5527548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Avantages</a:t>
            </a:r>
          </a:p>
        </p:txBody>
      </p:sp>
      <p:sp>
        <p:nvSpPr>
          <p:cNvPr id="16" name="Avantages"/>
          <p:cNvSpPr/>
          <p:nvPr/>
        </p:nvSpPr>
        <p:spPr>
          <a:xfrm>
            <a:off x="429768" y="3246120"/>
            <a:ext cx="5527548" cy="18288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Peu de code sur le transport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Event Hubs apporte buffer, rejeu et découplage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POC rapide hors périmètre merger</a:t>
            </a:r>
          </a:p>
        </p:txBody>
      </p:sp>
      <p:sp>
        <p:nvSpPr>
          <p:cNvPr id="17" name="Inconvénients (titre)"/>
          <p:cNvSpPr/>
          <p:nvPr/>
        </p:nvSpPr>
        <p:spPr>
          <a:xfrm>
            <a:off x="6231636" y="2697480"/>
            <a:ext cx="5527548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Inconvénients</a:t>
            </a:r>
          </a:p>
        </p:txBody>
      </p:sp>
      <p:sp>
        <p:nvSpPr>
          <p:cNvPr id="18" name="Inconvénients"/>
          <p:cNvSpPr/>
          <p:nvPr/>
        </p:nvSpPr>
        <p:spPr>
          <a:xfrm>
            <a:off x="6231636" y="3246120"/>
            <a:ext cx="5527548" cy="18288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Dépendance forte à la compatibilité Shovel AMQP 1.0 (version, TLS)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Merger vers alr à développer : la Data Connection ne fait qu’ajouter des lignes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Moins de contrôle du payload : la transformation de </a:t>
            </a:r>
            <a:r>
              <a:rPr lang="fr-FR" sz="1200" b="1">
                <a:solidFill>
                  <a:schemeClr val="tx1"/>
                </a:solidFill>
              </a:rPr>
              <a:t>complement</a:t>
            </a:r>
            <a:r>
              <a:rPr lang="fr-FR" sz="1400" b="0">
                <a:solidFill>
                  <a:schemeClr val="tx1"/>
                </a:solidFill>
              </a:rPr>
              <a:t> en mesure, faite par StreamSets, passe dans le merger</a:t>
            </a:r>
          </a:p>
        </p:txBody>
      </p:sp>
      <p:sp>
        <p:nvSpPr>
          <p:cNvPr id="19" name="Charge"/>
          <p:cNvSpPr/>
          <p:nvPr/>
        </p:nvSpPr>
        <p:spPr>
          <a:xfrm>
            <a:off x="429768" y="5257800"/>
            <a:ext cx="2651760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2600" b="0">
                <a:solidFill>
                  <a:schemeClr val="tx2"/>
                </a:solidFill>
                <a:latin typeface="+mj-lt"/>
              </a:rPr>
              <a:t>8 jours</a:t>
            </a:r>
          </a:p>
          <a:p>
            <a:pPr algn="ctr">
              <a:spcAft>
                <a:spcPts val="600"/>
              </a:spcAft>
            </a:pPr>
            <a:r>
              <a:rPr lang="fr-FR" sz="1200" b="0">
                <a:solidFill>
                  <a:schemeClr val="bg1"/>
                </a:solidFill>
              </a:rPr>
              <a:t>charge estimée</a:t>
            </a:r>
          </a:p>
        </p:txBody>
      </p:sp>
      <p:sp>
        <p:nvSpPr>
          <p:cNvPr id="20" name="Verdict"/>
          <p:cNvSpPr/>
          <p:nvPr/>
        </p:nvSpPr>
        <p:spPr>
          <a:xfrm>
            <a:off x="3355848" y="5257800"/>
            <a:ext cx="8403336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« Sans code » seulement pour le transport : acceptable pour aller vite, avec un deuxième maillon.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Solution 3 : consumer containerisé, Event Hubs, merger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600200"/>
            <a:ext cx="1621536" cy="86868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5" name="Flux 2"/>
          <p:cNvSpPr/>
          <p:nvPr/>
        </p:nvSpPr>
        <p:spPr>
          <a:xfrm>
            <a:off x="2371344" y="1600200"/>
            <a:ext cx="1621536" cy="86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Consumer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.NET ou Python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97024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4312920" y="1600200"/>
            <a:ext cx="1621536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Event Hubs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38600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Flux 4"/>
          <p:cNvSpPr/>
          <p:nvPr/>
        </p:nvSpPr>
        <p:spPr>
          <a:xfrm>
            <a:off x="6254496" y="1600200"/>
            <a:ext cx="1621536" cy="868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Staging ADX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Data Connection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0176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1" name="Flux 5"/>
          <p:cNvSpPr/>
          <p:nvPr/>
        </p:nvSpPr>
        <p:spPr>
          <a:xfrm>
            <a:off x="8196072" y="1600200"/>
            <a:ext cx="1621536" cy="86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Merger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micro-batch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1752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3" name="Flux 6"/>
          <p:cNvSpPr/>
          <p:nvPr/>
        </p:nvSpPr>
        <p:spPr>
          <a:xfrm>
            <a:off x="10137648" y="1600200"/>
            <a:ext cx="1621536" cy="868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alr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63328" y="2034540"/>
            <a:ext cx="2286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5" name="Avantages (titre)"/>
          <p:cNvSpPr/>
          <p:nvPr/>
        </p:nvSpPr>
        <p:spPr>
          <a:xfrm>
            <a:off x="429768" y="2697480"/>
            <a:ext cx="5527548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Avantages</a:t>
            </a:r>
          </a:p>
        </p:txBody>
      </p:sp>
      <p:sp>
        <p:nvSpPr>
          <p:cNvPr id="16" name="Avantages"/>
          <p:cNvSpPr/>
          <p:nvPr/>
        </p:nvSpPr>
        <p:spPr>
          <a:xfrm>
            <a:off x="429768" y="3246120"/>
            <a:ext cx="5527548" cy="18288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Meilleur contrôle des acks, retries, idempotence et observabilité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Découplage propre entre on-premise et Azure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Event Hubs absorbe les pointes sans reposer sur l’application seule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 consumer remplace StreamSets, dont l’extraction de </a:t>
            </a:r>
            <a:r>
              <a:rPr lang="fr-FR" sz="1200" b="1">
                <a:solidFill>
                  <a:schemeClr val="tx1"/>
                </a:solidFill>
              </a:rPr>
              <a:t>complement</a:t>
            </a:r>
            <a:r>
              <a:rPr lang="fr-FR" sz="1400" b="0">
                <a:solidFill>
                  <a:schemeClr val="tx1"/>
                </a:solidFill>
              </a:rPr>
              <a:t> en mesure</a:t>
            </a:r>
          </a:p>
        </p:txBody>
      </p:sp>
      <p:sp>
        <p:nvSpPr>
          <p:cNvPr id="17" name="Inconvénients (titre)"/>
          <p:cNvSpPr/>
          <p:nvPr/>
        </p:nvSpPr>
        <p:spPr>
          <a:xfrm>
            <a:off x="6231636" y="2697480"/>
            <a:ext cx="5527548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500" b="1">
                <a:solidFill>
                  <a:schemeClr val="tx1"/>
                </a:solidFill>
              </a:rPr>
              <a:t>Inconvénients</a:t>
            </a:r>
          </a:p>
        </p:txBody>
      </p:sp>
      <p:sp>
        <p:nvSpPr>
          <p:cNvPr id="18" name="Inconvénients"/>
          <p:cNvSpPr/>
          <p:nvPr/>
        </p:nvSpPr>
        <p:spPr>
          <a:xfrm>
            <a:off x="6231636" y="3246120"/>
            <a:ext cx="5527548" cy="182880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Plus de développement que la solution 2 (10 jours contre 8)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Consumer et merger à héberger et à monitorer</a:t>
            </a:r>
          </a:p>
        </p:txBody>
      </p:sp>
      <p:sp>
        <p:nvSpPr>
          <p:cNvPr id="19" name="Charge"/>
          <p:cNvSpPr/>
          <p:nvPr/>
        </p:nvSpPr>
        <p:spPr>
          <a:xfrm>
            <a:off x="429768" y="5257800"/>
            <a:ext cx="2651760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2600" b="0">
                <a:solidFill>
                  <a:schemeClr val="tx2"/>
                </a:solidFill>
                <a:latin typeface="+mj-lt"/>
              </a:rPr>
              <a:t>10 jours</a:t>
            </a:r>
          </a:p>
          <a:p>
            <a:pPr algn="ctr">
              <a:spcAft>
                <a:spcPts val="600"/>
              </a:spcAft>
            </a:pPr>
            <a:r>
              <a:rPr lang="fr-FR" sz="1200" b="0">
                <a:solidFill>
                  <a:schemeClr val="bg1"/>
                </a:solidFill>
              </a:rPr>
              <a:t>charge estimée</a:t>
            </a:r>
          </a:p>
        </p:txBody>
      </p:sp>
      <p:sp>
        <p:nvSpPr>
          <p:cNvPr id="20" name="Verdict"/>
          <p:cNvSpPr/>
          <p:nvPr/>
        </p:nvSpPr>
        <p:spPr>
          <a:xfrm>
            <a:off x="3355848" y="5257800"/>
            <a:ext cx="8403336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Meilleur compromis professionnel : tampon rejouable, règles du notebook conservées, cible directe alr.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Solution 4 : consumer direct vers ADX, non recommandée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600200"/>
            <a:ext cx="3410712" cy="77724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5" name="Flux 2"/>
          <p:cNvSpPr/>
          <p:nvPr/>
        </p:nvSpPr>
        <p:spPr>
          <a:xfrm>
            <a:off x="4389120" y="1600200"/>
            <a:ext cx="3410712" cy="777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Consumer .NET / Python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prépare, dédoublonne, filtre OCR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988819"/>
            <a:ext cx="4572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8348472" y="1600200"/>
            <a:ext cx="3410712" cy="777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ADX alr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bg1"/>
                </a:solidFill>
              </a:rPr>
              <a:t>ingestion streaming, pseudo-delta embarqué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45552" y="1988819"/>
            <a:ext cx="45720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Aucun tampon"/>
          <p:cNvSpPr/>
          <p:nvPr/>
        </p:nvSpPr>
        <p:spPr>
          <a:xfrm>
            <a:off x="429768" y="2560320"/>
            <a:ext cx="5527548" cy="132588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Aucun tampon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Sans Event Hubs, une panne d’ADX ou du service bloque le flux, et les messages ne se rejouent pas facilement.</a:t>
            </a:r>
          </a:p>
        </p:txBody>
      </p:sp>
      <p:sp>
        <p:nvSpPr>
          <p:cNvPr id="10" name="Tout repose sur un seul programme"/>
          <p:cNvSpPr/>
          <p:nvPr/>
        </p:nvSpPr>
        <p:spPr>
          <a:xfrm>
            <a:off x="6231636" y="2560320"/>
            <a:ext cx="5527548" cy="132588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Tout repose sur un seul programme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Transport, préparation et remplacement dans alr sont dans le même code : plus de risque, maintenance plus lourde.</a:t>
            </a:r>
          </a:p>
        </p:txBody>
      </p:sp>
      <p:sp>
        <p:nvSpPr>
          <p:cNvPr id="11" name="Un gain limité"/>
          <p:cNvSpPr/>
          <p:nvPr/>
        </p:nvSpPr>
        <p:spPr>
          <a:xfrm>
            <a:off x="429768" y="4023359"/>
            <a:ext cx="5527548" cy="132588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Un gain limité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Le remplacement dans alr passe par .update table, dont la cadence est contrainte : le streaming n’accélère que l’arrivée en staging.</a:t>
            </a:r>
          </a:p>
        </p:txBody>
      </p:sp>
      <p:sp>
        <p:nvSpPr>
          <p:cNvPr id="12" name="Le coût le plus élevé"/>
          <p:cNvSpPr/>
          <p:nvPr/>
        </p:nvSpPr>
        <p:spPr>
          <a:xfrm>
            <a:off x="6231636" y="4023359"/>
            <a:ext cx="5527548" cy="132588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Le coût le plus élevé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Environ 15 jours de charge, sans bénéfice net par rapport à la solution 3.</a:t>
            </a:r>
          </a:p>
        </p:txBody>
      </p:sp>
      <p:sp>
        <p:nvSpPr>
          <p:cNvPr id="13" name="Verdict"/>
          <p:cNvSpPr/>
          <p:nvPr/>
        </p:nvSpPr>
        <p:spPr>
          <a:xfrm>
            <a:off x="429768" y="5486400"/>
            <a:ext cx="11329416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La solution 3 offre presque la même réactivité, avec un tampon rejouable et des rôles mieux séparés.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 bwMode="gray">
          <a:xfrm>
            <a:off x="3899757" y="-2"/>
            <a:ext cx="8292244" cy="5706347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fr-FR">
                <a:solidFill/>
              </a:rPr>
              <a:t>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3.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Solution préconisée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Architecture cible, justification, décision et phasage pour OCR</a:t>
            </a:r>
          </a:p>
        </p:txBody>
      </p:sp>
      <p:sp>
        <p:nvSpPr>
          <p:cNvPr id="8" name="Slide Number Placeholder 1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33122C9-A0B9-462F-8757-0847AD287B63}" type="slidenum">
              <a:rPr lang="en-GB" noProof="0" smtClean="0"/>
              <a:pPr/>
              <a:t>‹N°›</a:t>
            </a:fld>
            <a:endParaRPr lang="en-GB" noProof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Architecture cible : consumer, Event Hubs, staging, merger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Zone On-premise"/>
          <p:cNvSpPr/>
          <p:nvPr/>
        </p:nvSpPr>
        <p:spPr>
          <a:xfrm>
            <a:off x="429768" y="1645920"/>
            <a:ext cx="4343400" cy="33375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73152" rIns="13716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ON-PREMISE</a:t>
            </a:r>
          </a:p>
        </p:txBody>
      </p:sp>
      <p:sp>
        <p:nvSpPr>
          <p:cNvPr id="5" name="Zone Azure"/>
          <p:cNvSpPr/>
          <p:nvPr/>
        </p:nvSpPr>
        <p:spPr>
          <a:xfrm>
            <a:off x="4983480" y="1645920"/>
            <a:ext cx="6775704" cy="33375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73152" rIns="13716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1"/>
                </a:solidFill>
              </a:rPr>
              <a:t>AZURE</a:t>
            </a:r>
          </a:p>
        </p:txBody>
      </p:sp>
      <p:sp>
        <p:nvSpPr>
          <p:cNvPr id="6" name="RabbitMQ"/>
          <p:cNvSpPr/>
          <p:nvPr/>
        </p:nvSpPr>
        <p:spPr>
          <a:xfrm>
            <a:off x="640080" y="2514600"/>
            <a:ext cx="1554480" cy="1051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RabbitMQ</a:t>
            </a:r>
          </a:p>
        </p:txBody>
      </p:sp>
      <p:sp>
        <p:nvSpPr>
          <p:cNvPr id="7" name="Consumer applicatif"/>
          <p:cNvSpPr/>
          <p:nvPr/>
        </p:nvSpPr>
        <p:spPr>
          <a:xfrm>
            <a:off x="2697480" y="2514600"/>
            <a:ext cx="1874519" cy="10515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Consumer applicatif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.NET ou Python, containerisé</a:t>
            </a:r>
          </a:p>
        </p:txBody>
      </p:sp>
      <p:sp>
        <p:nvSpPr>
          <p:cNvPr id="8" name="Journal des rejets"/>
          <p:cNvSpPr/>
          <p:nvPr/>
        </p:nvSpPr>
        <p:spPr>
          <a:xfrm>
            <a:off x="2697480" y="3977639"/>
            <a:ext cx="1874519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Journal des rejets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DLQ logique</a:t>
            </a:r>
          </a:p>
        </p:txBody>
      </p:sp>
      <p:sp>
        <p:nvSpPr>
          <p:cNvPr id="9" name="Event Hubs"/>
          <p:cNvSpPr/>
          <p:nvPr/>
        </p:nvSpPr>
        <p:spPr>
          <a:xfrm>
            <a:off x="5212080" y="2514600"/>
            <a:ext cx="137160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Event Hubs</a:t>
            </a:r>
          </a:p>
        </p:txBody>
      </p:sp>
      <p:sp>
        <p:nvSpPr>
          <p:cNvPr id="10" name="alr_staging_raw"/>
          <p:cNvSpPr/>
          <p:nvPr/>
        </p:nvSpPr>
        <p:spPr>
          <a:xfrm>
            <a:off x="6949440" y="2514600"/>
            <a:ext cx="1508760" cy="1051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alr_staging_raw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table de staging ADX</a:t>
            </a:r>
          </a:p>
        </p:txBody>
      </p:sp>
      <p:sp>
        <p:nvSpPr>
          <p:cNvPr id="11" name="Merger"/>
          <p:cNvSpPr/>
          <p:nvPr/>
        </p:nvSpPr>
        <p:spPr>
          <a:xfrm>
            <a:off x="8823960" y="2514600"/>
            <a:ext cx="1371600" cy="1051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Merger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pseudo-delta</a:t>
            </a:r>
          </a:p>
        </p:txBody>
      </p:sp>
      <p:sp>
        <p:nvSpPr>
          <p:cNvPr id="12" name="alr"/>
          <p:cNvSpPr/>
          <p:nvPr/>
        </p:nvSpPr>
        <p:spPr>
          <a:xfrm>
            <a:off x="10515600" y="2514600"/>
            <a:ext cx="1051560" cy="10515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alr</a:t>
            </a:r>
          </a:p>
        </p:txBody>
      </p:sp>
      <p:sp>
        <p:nvSpPr>
          <p:cNvPr id="13" name="Capture"/>
          <p:cNvSpPr/>
          <p:nvPr/>
        </p:nvSpPr>
        <p:spPr>
          <a:xfrm>
            <a:off x="5212080" y="3977639"/>
            <a:ext cx="137160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rtlCol="0" anchor="ctr" wrap="square" lIns="54864" r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Capture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optionnelle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3040380"/>
            <a:ext cx="50292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4572000" y="3040380"/>
            <a:ext cx="64008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6583680" y="3040380"/>
            <a:ext cx="36576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8458200" y="3040380"/>
            <a:ext cx="36576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10195560" y="3040380"/>
            <a:ext cx="32004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3634740" y="3566160"/>
            <a:ext cx="0" cy="411479"/>
          </a:xfrm>
          <a:prstGeom prst="line">
            <a:avLst/>
          </a:prstGeom>
          <a:ln w="22225">
            <a:solidFill>
              <a:schemeClr val="tx1"/>
            </a:solidFill>
            <a:prstDash val="dash"/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5897880" y="3566160"/>
            <a:ext cx="0" cy="411479"/>
          </a:xfrm>
          <a:prstGeom prst="line">
            <a:avLst/>
          </a:prstGeom>
          <a:ln w="22225">
            <a:solidFill>
              <a:schemeClr val="tx1"/>
            </a:solidFill>
            <a:prstDash val="dash"/>
            <a:tailEnd type="triangle" w="med" len="med"/>
          </a:ln>
        </p:spPr>
      </p:cxnSp>
      <p:sp>
        <p:nvSpPr>
          <p:cNvPr id="21" name="Cible"/>
          <p:cNvSpPr/>
          <p:nvPr/>
        </p:nvSpPr>
        <p:spPr>
          <a:xfrm>
            <a:off x="429768" y="5257800"/>
            <a:ext cx="11329416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228600" tIns="109728" rIns="228600" bIns="109728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0">
                <a:solidFill>
                  <a:schemeClr val="bg1"/>
                </a:solidFill>
              </a:rPr>
              <a:t>Cible : consumer containerisé → Event Hubs → staging ADX → merger pseudo-delta → alr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Pourquoi cette option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1. Découplage propre"/>
          <p:cNvSpPr/>
          <p:nvPr/>
        </p:nvSpPr>
        <p:spPr>
          <a:xfrm>
            <a:off x="429768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1. Découplage propre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RabbitMQ, buffer Azure et consolidation vers alr évoluent indépendamment.</a:t>
            </a:r>
          </a:p>
        </p:txBody>
      </p:sp>
      <p:sp>
        <p:nvSpPr>
          <p:cNvPr id="5" name="2. Pas de dépendance au Shovel"/>
          <p:cNvSpPr/>
          <p:nvPr/>
        </p:nvSpPr>
        <p:spPr>
          <a:xfrm>
            <a:off x="4297680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2. Pas de dépendance au Shovel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La robustesse de production ne repose pas sur la compatibilité Shovel du broker.</a:t>
            </a:r>
          </a:p>
        </p:txBody>
      </p:sp>
      <p:sp>
        <p:nvSpPr>
          <p:cNvPr id="6" name="3. Buffer managé et rejouable"/>
          <p:cNvSpPr/>
          <p:nvPr/>
        </p:nvSpPr>
        <p:spPr>
          <a:xfrm>
            <a:off x="8165592" y="1645920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3. Buffer managé et rejouable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Event Hubs entre la source et ADX, avec rétention et relecture.</a:t>
            </a:r>
          </a:p>
        </p:txBody>
      </p:sp>
      <p:sp>
        <p:nvSpPr>
          <p:cNvPr id="7" name="4. Règles pseudo-delta conservées"/>
          <p:cNvSpPr/>
          <p:nvPr/>
        </p:nvSpPr>
        <p:spPr>
          <a:xfrm>
            <a:off x="429768" y="3977639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4. Règles pseudo-delta conservées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Celles du notebook, sans les imposer au broker.</a:t>
            </a:r>
          </a:p>
        </p:txBody>
      </p:sp>
      <p:sp>
        <p:nvSpPr>
          <p:cNvPr id="8" name="5. Cible directe : alr"/>
          <p:cNvSpPr/>
          <p:nvPr/>
        </p:nvSpPr>
        <p:spPr>
          <a:xfrm>
            <a:off x="4297680" y="3977639"/>
            <a:ext cx="3593592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5. Cible directe : alr</a:t>
            </a:r>
          </a:p>
          <a:p>
            <a:pPr algn="l">
              <a:spcAft>
                <a:spcPts val="600"/>
              </a:spcAft>
            </a:pPr>
            <a:r>
              <a:rPr lang="fr-FR" sz="1500" b="0">
                <a:solidFill>
                  <a:schemeClr val="tx1"/>
                </a:solidFill>
              </a:rPr>
              <a:t>Pas de table parallèle dont la convergence resterait à démontrer.</a:t>
            </a:r>
          </a:p>
        </p:txBody>
      </p:sp>
      <p:sp>
        <p:nvSpPr>
          <p:cNvPr id="9" name="Exploitation"/>
          <p:cNvSpPr/>
          <p:nvPr/>
        </p:nvSpPr>
        <p:spPr>
          <a:xfrm>
            <a:off x="8165592" y="3977639"/>
            <a:ext cx="3593592" cy="2103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82880" rIns="22860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chemeClr val="tx2"/>
                </a:solidFill>
              </a:rPr>
              <a:t>EXPLOITATION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Consumer group dédié pour ADX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Managed identity entre ADX et Event Hubs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Supervision : consumer lag, erreurs d’ingestion, retries, volumétrie, succès du merger</a:t>
            </a:r>
          </a:p>
          <a:p>
            <a:pPr algn="l" marL="182880" indent="-182880">
              <a:spcAft>
                <a:spcPts val="4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200" b="0">
                <a:solidFill>
                  <a:schemeClr val="bg1"/>
                </a:solidFill>
              </a:rPr>
              <a:t>Capture Event Hubs si PRA ou relecture longue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Décision proposée et phasage pour OCR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graphicFrame>
        <p:nvGraphicFramePr>
          <p:cNvPr id="4" name="Décision"/>
          <p:cNvGraphicFramePr>
            <a:graphicFrameLocks noGrp="1"/>
          </p:cNvGraphicFramePr>
          <p:nvPr/>
        </p:nvGraphicFramePr>
        <p:xfrm>
          <a:off x="429768" y="1645920"/>
          <a:ext cx="11329416" cy="2423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/>
                <a:gridCol w="7397496"/>
              </a:tblGrid>
              <a:tr h="4114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Si la priorité est…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bg1"/>
                          </a:solidFill>
                        </a:rPr>
                        <a:t>Choisir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La simplicité maximale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1 : quasi temps réel en micro-batch, fidélité maximale aux règles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Le meilleur compromis pérenne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3 : consumer → Event Hubs → staging ADX → merger → alr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Un MVP de transport rapide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2, si le PoC Shovel est concluant et qu’un merger vers alr est ajouté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1">
                          <a:solidFill>
                            <a:schemeClr val="tx1"/>
                          </a:solidFill>
                        </a:rPr>
                        <a:t>Une latence extrême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300" b="0">
                          <a:solidFill>
                            <a:schemeClr val="tx1"/>
                          </a:solidFill>
                        </a:rPr>
                        <a:t>Solution 4, non recommandée par défaut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tx1">
                        <a:lumMod val="7000"/>
                        <a:lumOff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Phasage OCR"/>
          <p:cNvSpPr/>
          <p:nvPr/>
        </p:nvSpPr>
        <p:spPr>
          <a:xfrm>
            <a:off x="429768" y="4206240"/>
            <a:ext cx="6766560" cy="18745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200" b="1">
                <a:solidFill>
                  <a:schemeClr val="tx2"/>
                </a:solidFill>
              </a:rPr>
              <a:t>POUR OCR : ARBITRAGE AF DU 02/09/2026</a:t>
            </a:r>
          </a:p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bg1"/>
                </a:solidFill>
              </a:rPr>
              <a:t>Étape 1 : </a:t>
            </a:r>
            <a:r>
              <a:rPr lang="fr-FR" sz="1400" b="0">
                <a:solidFill>
                  <a:schemeClr val="bg1"/>
                </a:solidFill>
              </a:rPr>
              <a:t>solution 1 pour le quasi temps réel</a:t>
            </a:r>
          </a:p>
          <a:p>
            <a:pPr algn="l">
              <a:spcAft>
                <a:spcPts val="600"/>
              </a:spcAft>
            </a:pPr>
            <a:r>
              <a:rPr lang="fr-FR" sz="1400" b="1">
                <a:solidFill>
                  <a:schemeClr val="bg1"/>
                </a:solidFill>
              </a:rPr>
              <a:t>Étape 2 : </a:t>
            </a:r>
            <a:r>
              <a:rPr lang="fr-FR" sz="1400" b="0">
                <a:solidFill>
                  <a:schemeClr val="bg1"/>
                </a:solidFill>
              </a:rPr>
              <a:t>instruction séparée de la solution 3 si le retour terrain justifie une fraîcheur plus courte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bg1"/>
                </a:solidFill>
              </a:rPr>
              <a:t>Cible fonctionnelle : alr, sans nouvelle table de faits parallèle.</a:t>
            </a:r>
          </a:p>
        </p:txBody>
      </p:sp>
      <p:sp>
        <p:nvSpPr>
          <p:cNvPr id="6" name="Limite"/>
          <p:cNvSpPr/>
          <p:nvPr/>
        </p:nvSpPr>
        <p:spPr>
          <a:xfrm>
            <a:off x="7470648" y="4206240"/>
            <a:ext cx="4288536" cy="18745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t" wrap="square" lIns="228600" tIns="137160" rIns="22860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200" b="1">
                <a:solidFill>
                  <a:schemeClr val="tx1"/>
                </a:solidFill>
              </a:rPr>
              <a:t>LIMITE À LIRE AVANT TOUT ENGAGEMENT</a:t>
            </a:r>
          </a:p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Les mesures actuelles ne prouvent pas encore que l’étape 1 atteindra la fraîcheur souhaitée.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Annexe : l’outil du merger pseudo-delta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Flux 1"/>
          <p:cNvSpPr/>
          <p:nvPr/>
        </p:nvSpPr>
        <p:spPr>
          <a:xfrm>
            <a:off x="429768" y="1645920"/>
            <a:ext cx="2489454" cy="118872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ScheduleTrigger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pilote : toutes les 5 min (UTC)</a:t>
            </a:r>
          </a:p>
        </p:txBody>
      </p:sp>
      <p:sp>
        <p:nvSpPr>
          <p:cNvPr id="5" name="Flux 2"/>
          <p:cNvSpPr/>
          <p:nvPr/>
        </p:nvSpPr>
        <p:spPr>
          <a:xfrm>
            <a:off x="3376422" y="1645920"/>
            <a:ext cx="2489454" cy="1188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Pipeline Synapse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EXEMPLE_ALR_MERGER, concurrency 1, retry 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64941" y="2240280"/>
            <a:ext cx="365761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7" name="Flux 3"/>
          <p:cNvSpPr/>
          <p:nvPr/>
        </p:nvSpPr>
        <p:spPr>
          <a:xfrm>
            <a:off x="6323076" y="1645920"/>
            <a:ext cx="2489454" cy="1188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tx1"/>
                </a:solidFill>
              </a:rPr>
              <a:t>Activité AzureDataExplorerCommand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tx1"/>
                </a:solidFill>
              </a:rPr>
              <a:t>paramètre MergeCommand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11596" y="2240280"/>
            <a:ext cx="36576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9" name="Flux 4"/>
          <p:cNvSpPr/>
          <p:nvPr/>
        </p:nvSpPr>
        <p:spPr>
          <a:xfrm>
            <a:off x="9269730" y="1645920"/>
            <a:ext cx="2489454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73152" rIns="73152">
            <a:noAutofit/>
          </a:bodyPr>
          <a:lstStyle/>
          <a:p>
            <a:pPr algn="ctr">
              <a:spcAft>
                <a:spcPts val="200"/>
              </a:spcAft>
            </a:pPr>
            <a:r>
              <a:rPr lang="fr-FR" sz="1300" b="1">
                <a:solidFill>
                  <a:schemeClr val="bg1"/>
                </a:solidFill>
              </a:rPr>
              <a:t>ADX</a:t>
            </a:r>
          </a:p>
          <a:p>
            <a:pPr algn="ctr">
              <a:spcAft>
                <a:spcPts val="200"/>
              </a:spcAft>
            </a:pPr>
            <a:r>
              <a:rPr lang="fr-FR" sz="1100" b="0">
                <a:solidFill>
                  <a:schemeClr val="bg1"/>
                </a:solidFill>
              </a:rPr>
              <a:t>.update table alr delete D append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58250" y="2240280"/>
            <a:ext cx="365760" cy="0"/>
          </a:xfrm>
          <a:prstGeom prst="line">
            <a:avLst/>
          </a:prstGeom>
          <a:ln w="22225">
            <a:solidFill>
              <a:schemeClr val="tx1"/>
            </a:solidFill>
            <a:tailEnd type="triangle" w="med" len="med"/>
          </a:ln>
        </p:spPr>
      </p:cxnSp>
      <p:sp>
        <p:nvSpPr>
          <p:cNvPr id="11" name="Solution 1"/>
          <p:cNvSpPr/>
          <p:nvPr/>
        </p:nvSpPr>
        <p:spPr>
          <a:xfrm>
            <a:off x="429768" y="3063240"/>
            <a:ext cx="3593592" cy="18745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Solution 1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Le notebook </a:t>
            </a:r>
            <a:r>
              <a:rPr lang="fr-FR" sz="1200" b="1">
                <a:solidFill>
                  <a:schemeClr val="tx1"/>
                </a:solidFill>
              </a:rPr>
              <a:t>oc_revenue_alr_adx_ingestion</a:t>
            </a:r>
            <a:r>
              <a:rPr lang="fr-FR" sz="1400" b="0">
                <a:solidFill>
                  <a:schemeClr val="tx1"/>
                </a:solidFill>
              </a:rPr>
              <a:t> matérialise déjà le job de pseudo-delta</a:t>
            </a:r>
          </a:p>
        </p:txBody>
      </p:sp>
      <p:sp>
        <p:nvSpPr>
          <p:cNvPr id="12" name="Solutions 2 et 3"/>
          <p:cNvSpPr/>
          <p:nvPr/>
        </p:nvSpPr>
        <p:spPr>
          <a:xfrm>
            <a:off x="4297680" y="3063240"/>
            <a:ext cx="3593592" cy="18745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Solutions 2 et 3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Pipeline Synapse dédié avec activité AzureDataExplorerCommand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La commande Kusto part vers ADX, sans pool Spark</a:t>
            </a:r>
          </a:p>
        </p:txBody>
      </p:sp>
      <p:sp>
        <p:nvSpPr>
          <p:cNvPr id="13" name="Alternative"/>
          <p:cNvSpPr/>
          <p:nvPr/>
        </p:nvSpPr>
        <p:spPr>
          <a:xfrm>
            <a:off x="8165592" y="3063240"/>
            <a:ext cx="3593592" cy="1874519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l">
              <a:spcAft>
                <a:spcPts val="800"/>
              </a:spcAft>
            </a:pPr>
            <a:r>
              <a:rPr lang="fr-FR" sz="1600" b="1">
                <a:solidFill>
                  <a:schemeClr val="tx1"/>
                </a:solidFill>
              </a:rPr>
              <a:t>Alternative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Worker .NET avec le SDK Kusto, en Azure Container Apps Job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400" b="0">
                <a:solidFill>
                  <a:schemeClr val="tx1"/>
                </a:solidFill>
              </a:rPr>
              <a:t>Si la gestion des lots et reprises devient trop applicative</a:t>
            </a:r>
          </a:p>
        </p:txBody>
      </p:sp>
      <p:sp>
        <p:nvSpPr>
          <p:cNvPr id="14" name="Réserve"/>
          <p:cNvSpPr/>
          <p:nvPr/>
        </p:nvSpPr>
        <p:spPr>
          <a:xfrm>
            <a:off x="429768" y="5166360"/>
            <a:ext cx="11329416" cy="9144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txBody>
          <a:bodyPr rtlCol="0" anchor="ctr" wrap="square" lIns="228600" tIns="73152" rIns="228600" bIns="73152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400" b="0">
                <a:solidFill>
                  <a:schemeClr val="tx1"/>
                </a:solidFill>
              </a:rPr>
              <a:t>Extraits illustratifs, non déployables tels quels. MergeCommand est construite par le traitement de préparation à partir d’un lot validé, jamais acceptée depuis RabbitMQ.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Annexe : le traitement complet du merger en cinq étapes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Étape 1 (fond)"/>
          <p:cNvSpPr/>
          <p:nvPr/>
        </p:nvSpPr>
        <p:spPr>
          <a:xfrm>
            <a:off x="429768" y="1645920"/>
            <a:ext cx="11329416" cy="804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5" name="Étape 1 (n°)"/>
          <p:cNvSpPr/>
          <p:nvPr/>
        </p:nvSpPr>
        <p:spPr>
          <a:xfrm>
            <a:off x="521207" y="1796796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1207008" y="1645920"/>
            <a:ext cx="104150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Sélectionner le prochain lot clos, complet et non traité</a:t>
            </a:r>
            <a:r>
              <a:rPr lang="fr-FR" sz="1400" b="0">
                <a:solidFill>
                  <a:schemeClr val="tx1"/>
                </a:solidFill>
              </a:rPr>
              <a:t> : référence durable, lot verrouillé pendant la consolidation, découpage par fenêtre d’arrivée ou manifeste pour garder les alarmes tardives</a:t>
            </a:r>
          </a:p>
        </p:txBody>
      </p:sp>
      <p:sp>
        <p:nvSpPr>
          <p:cNvPr id="7" name="Étape 2 (fond)"/>
          <p:cNvSpPr/>
          <p:nvPr/>
        </p:nvSpPr>
        <p:spPr>
          <a:xfrm>
            <a:off x="429768" y="2551176"/>
            <a:ext cx="11329416" cy="804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8" name="Étape 2 (n°)"/>
          <p:cNvSpPr/>
          <p:nvPr/>
        </p:nvSpPr>
        <p:spPr>
          <a:xfrm>
            <a:off x="521207" y="2702052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1207008" y="2551176"/>
            <a:ext cx="104150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Préparer le lot</a:t>
            </a:r>
            <a:r>
              <a:rPr lang="fr-FR" sz="1400" b="0">
                <a:solidFill>
                  <a:schemeClr val="tx1"/>
                </a:solidFill>
              </a:rPr>
              <a:t> : flatten, conversions, filtre OCR (accès au référentiel des transmetteurs) et dédoublonnage ; valeurs de fallback fixées avant toute reprise</a:t>
            </a:r>
          </a:p>
        </p:txBody>
      </p:sp>
      <p:sp>
        <p:nvSpPr>
          <p:cNvPr id="10" name="Étape 3 (fond)"/>
          <p:cNvSpPr/>
          <p:nvPr/>
        </p:nvSpPr>
        <p:spPr>
          <a:xfrm>
            <a:off x="429768" y="3456432"/>
            <a:ext cx="11329416" cy="804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1" name="Étape 3 (n°)"/>
          <p:cNvSpPr/>
          <p:nvPr/>
        </p:nvSpPr>
        <p:spPr>
          <a:xfrm>
            <a:off x="521207" y="3607308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1207008" y="3456432"/>
            <a:ext cx="104150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Remplacer par portée</a:t>
            </a:r>
            <a:r>
              <a:rPr lang="fr-FR" sz="1400" b="0">
                <a:solidFill>
                  <a:schemeClr val="tx1"/>
                </a:solidFill>
              </a:rPr>
              <a:t> : construire A (lot typé) et D (lignes de alr sur valueDate + transmitter + code + eventDate), puis </a:t>
            </a:r>
            <a:r>
              <a:rPr lang="fr-FR" sz="1200" b="1">
                <a:solidFill>
                  <a:schemeClr val="tx1"/>
                </a:solidFill>
              </a:rPr>
              <a:t>.update table alr delete D append A</a:t>
            </a:r>
            <a:r>
              <a:rPr lang="fr-FR" sz="1400" b="0">
                <a:solidFill>
                  <a:schemeClr val="tx1"/>
                </a:solidFill>
              </a:rPr>
              <a:t>, client hors clé</a:t>
            </a:r>
          </a:p>
        </p:txBody>
      </p:sp>
      <p:sp>
        <p:nvSpPr>
          <p:cNvPr id="13" name="Étape 4 (fond)"/>
          <p:cNvSpPr/>
          <p:nvPr/>
        </p:nvSpPr>
        <p:spPr>
          <a:xfrm>
            <a:off x="429768" y="4361688"/>
            <a:ext cx="11329416" cy="804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4" name="Étape 4 (n°)"/>
          <p:cNvSpPr/>
          <p:nvPr/>
        </p:nvSpPr>
        <p:spPr>
          <a:xfrm>
            <a:off x="521207" y="4512564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Étape 4"/>
          <p:cNvSpPr txBox="1"/>
          <p:nvPr/>
        </p:nvSpPr>
        <p:spPr>
          <a:xfrm>
            <a:off x="1207008" y="4361688"/>
            <a:ext cx="104150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Confirmer avant de marquer</a:t>
            </a:r>
            <a:r>
              <a:rPr lang="fr-FR" sz="1400" b="0">
                <a:solidFill>
                  <a:schemeClr val="tx1"/>
                </a:solidFill>
              </a:rPr>
              <a:t> : attendre le succès de chaque commande avant de marquer le lot traité ; résultat inconnu : réconcilier, puis reprendre le même lot</a:t>
            </a:r>
          </a:p>
        </p:txBody>
      </p:sp>
      <p:sp>
        <p:nvSpPr>
          <p:cNvPr id="16" name="Étape 5 (fond)"/>
          <p:cNvSpPr/>
          <p:nvPr/>
        </p:nvSpPr>
        <p:spPr>
          <a:xfrm>
            <a:off x="429768" y="5266944"/>
            <a:ext cx="11329416" cy="804672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91440" rIns="137160" bIns="91440">
            <a:noAutofit/>
          </a:bodyPr>
          <a:lstStyle/>
          <a:p>
            <a:pPr algn="ctr"/>
          </a:p>
        </p:txBody>
      </p:sp>
      <p:sp>
        <p:nvSpPr>
          <p:cNvPr id="17" name="Étape 5 (n°)"/>
          <p:cNvSpPr/>
          <p:nvPr/>
        </p:nvSpPr>
        <p:spPr>
          <a:xfrm>
            <a:off x="521207" y="541782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lang="fr-FR" sz="16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Étape 5"/>
          <p:cNvSpPr txBox="1"/>
          <p:nvPr/>
        </p:nvSpPr>
        <p:spPr>
          <a:xfrm>
            <a:off x="1207008" y="5266944"/>
            <a:ext cx="10415016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fr-FR" sz="1400" b="1">
                <a:solidFill>
                  <a:schemeClr val="tx1"/>
                </a:solidFill>
              </a:rPr>
              <a:t>Journaliser</a:t>
            </a:r>
            <a:r>
              <a:rPr lang="fr-FR" sz="1400" b="0">
                <a:solidFill>
                  <a:schemeClr val="tx1"/>
                </a:solidFill>
              </a:rPr>
              <a:t> : lot, durée, lignes, erreurs et retard jusqu’à visibilité dans alr ; un lot vide ne provoque aucune mutation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/>
              </a:rPr>
              <a:t>Annexe : sécurité, concurrence et cadence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2DE4-82CF-422C-846B-78CBA8E2FAA1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Sécurité (titre)"/>
          <p:cNvSpPr/>
          <p:nvPr/>
        </p:nvSpPr>
        <p:spPr>
          <a:xfrm>
            <a:off x="429768" y="1645920"/>
            <a:ext cx="3593592" cy="54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bg1"/>
                </a:solidFill>
              </a:rPr>
              <a:t>Sécurité</a:t>
            </a:r>
          </a:p>
        </p:txBody>
      </p:sp>
      <p:sp>
        <p:nvSpPr>
          <p:cNvPr id="5" name="Sécurité"/>
          <p:cNvSpPr/>
          <p:nvPr/>
        </p:nvSpPr>
        <p:spPr>
          <a:xfrm>
            <a:off x="429768" y="2194560"/>
            <a:ext cx="3593592" cy="28803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Linked service ADX en identité managée, aucun secret dans la configuration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Droits limités aux tables concernées, dont Table Admin pour .update table</a:t>
            </a:r>
          </a:p>
        </p:txBody>
      </p:sp>
      <p:sp>
        <p:nvSpPr>
          <p:cNvPr id="6" name="Concurrence (titre)"/>
          <p:cNvSpPr/>
          <p:nvPr/>
        </p:nvSpPr>
        <p:spPr>
          <a:xfrm>
            <a:off x="4297680" y="1645920"/>
            <a:ext cx="359359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Concurrence</a:t>
            </a:r>
          </a:p>
        </p:txBody>
      </p:sp>
      <p:sp>
        <p:nvSpPr>
          <p:cNvPr id="7" name="Concurrence"/>
          <p:cNvSpPr/>
          <p:nvPr/>
        </p:nvSpPr>
        <p:spPr>
          <a:xfrm>
            <a:off x="4297680" y="2194560"/>
            <a:ext cx="3593592" cy="28803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concurrency: 1 ne protège que ce pipeline : prévoir un verrou partagé avec le traitement quotidien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alr_tmp : usage exclusif, après préparation complète du lot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Staging isolé éventuel : schéma et cycle de vie à valider</a:t>
            </a:r>
          </a:p>
        </p:txBody>
      </p:sp>
      <p:sp>
        <p:nvSpPr>
          <p:cNvPr id="8" name="Cadence (titre)"/>
          <p:cNvSpPr/>
          <p:nvPr/>
        </p:nvSpPr>
        <p:spPr>
          <a:xfrm>
            <a:off x="8165592" y="1645920"/>
            <a:ext cx="3593592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 wrap="square" lIns="137160" tIns="91440" rIns="137160" bIns="9144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600" b="1">
                <a:solidFill>
                  <a:schemeClr val="tx1"/>
                </a:solidFill>
              </a:rPr>
              <a:t>Cadence</a:t>
            </a:r>
          </a:p>
        </p:txBody>
      </p:sp>
      <p:sp>
        <p:nvSpPr>
          <p:cNvPr id="9" name="Cadence"/>
          <p:cNvSpPr/>
          <p:nvPr/>
        </p:nvSpPr>
        <p:spPr>
          <a:xfrm>
            <a:off x="8165592" y="2194560"/>
            <a:ext cx="3593592" cy="2880360"/>
          </a:xfrm>
          <a:prstGeom prst="rect">
            <a:avLst/>
          </a:prstGeom>
          <a:solidFill>
            <a:schemeClr val="tx1">
              <a:lumMod val="7000"/>
              <a:lumOff val="93000"/>
            </a:schemeClr>
          </a:solidFill>
          <a:ln>
            <a:noFill/>
          </a:ln>
        </p:spPr>
        <p:txBody>
          <a:bodyPr rtlCol="0" anchor="t" wrap="square" lIns="137160" tIns="137160" rIns="137160" bIns="91440">
            <a:noAutofit/>
          </a:bodyPr>
          <a:lstStyle/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5 minutes soutenables seulement si le cycle traite les arrivées plus vite qu’elles ne s’accumulent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Surveiller la file de runs, ralentir le pilote si besoin</a:t>
            </a:r>
          </a:p>
          <a:p>
            <a:pPr algn="l" marL="182880" indent="-182880">
              <a:spcAft>
                <a:spcPts val="600"/>
              </a:spcAft>
              <a:buClr>
                <a:schemeClr val="accent2"/>
              </a:buClr>
              <a:buFont typeface="Arial"/>
              <a:buChar char="•"/>
            </a:pPr>
            <a:r>
              <a:rPr lang="fr-FR" sz="1500" b="0">
                <a:solidFill>
                  <a:schemeClr val="tx1"/>
                </a:solidFill>
              </a:rPr>
              <a:t>Timeouts à régler après mesure</a:t>
            </a:r>
          </a:p>
        </p:txBody>
      </p:sp>
      <p:sp>
        <p:nvSpPr>
          <p:cNvPr id="10" name="Références"/>
          <p:cNvSpPr txBox="1"/>
          <p:nvPr/>
        </p:nvSpPr>
        <p:spPr>
          <a:xfrm>
            <a:off x="429768" y="5303520"/>
            <a:ext cx="1132941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0">
                <a:solidFill>
                  <a:schemeClr val="tx1"/>
                </a:solidFill>
              </a:rPr>
              <a:t>Références Microsoft relues le 18/10/2026 : activité de commande ADX dans Synapse, concurrence des pipelines, ScheduleTrigger. Elles établissent les briques de configuration, pas la performance de cet exemple dans OCR.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fr-FR">
                <a:solidFill/>
              </a:rPr>
              <a:t>suez.com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Suez">
  <a:themeElements>
    <a:clrScheme name="SUEZ">
      <a:dk1>
        <a:srgbClr val="030F40"/>
      </a:dk1>
      <a:lt1>
        <a:srgbClr val="FFFFFF"/>
      </a:lt1>
      <a:dk2>
        <a:srgbClr val="AADC14"/>
      </a:dk2>
      <a:lt2>
        <a:srgbClr val="FFC229"/>
      </a:lt2>
      <a:accent1>
        <a:srgbClr val="77B7FC"/>
      </a:accent1>
      <a:accent2>
        <a:srgbClr val="F67536"/>
      </a:accent2>
      <a:accent3>
        <a:srgbClr val="FFC229"/>
      </a:accent3>
      <a:accent4>
        <a:srgbClr val="77B7FC"/>
      </a:accent4>
      <a:accent5>
        <a:srgbClr val="F67536"/>
      </a:accent5>
      <a:accent6>
        <a:srgbClr val="030F40"/>
      </a:accent6>
      <a:hlink>
        <a:srgbClr val="030F40"/>
      </a:hlink>
      <a:folHlink>
        <a:srgbClr val="030F40"/>
      </a:folHlink>
    </a:clrScheme>
    <a:fontScheme name="Arial Black - Arial Regular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B6863AA4-57B6-4DE4-9DC3-C5A7CFD7997B}"/>
    </a:ext>
  </a:extLst>
</a:theme>
</file>

<file path=ppt/theme/theme2.xml><?xml version="1.0" encoding="utf-8"?>
<a:theme xmlns:a="http://schemas.openxmlformats.org/drawingml/2006/main" name="5_Thème Office">
  <a:themeElements>
    <a:clrScheme name="Suez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30F40"/>
      </a:accent1>
      <a:accent2>
        <a:srgbClr val="AADC14"/>
      </a:accent2>
      <a:accent3>
        <a:srgbClr val="FFC229"/>
      </a:accent3>
      <a:accent4>
        <a:srgbClr val="77B7FC"/>
      </a:accent4>
      <a:accent5>
        <a:srgbClr val="F67536"/>
      </a:accent5>
      <a:accent6>
        <a:srgbClr val="4F5779"/>
      </a:accent6>
      <a:hlink>
        <a:srgbClr val="030F40"/>
      </a:hlink>
      <a:folHlink>
        <a:srgbClr val="030F40"/>
      </a:folHlink>
    </a:clrScheme>
    <a:fontScheme name="Suez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" id="{DF911DE0-512A-4AA4-9942-640B7DA4F280}" vid="{D1204AD6-3AD9-4066-85BA-58A85A256CF4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e" id="{DF911DE0-512A-4AA4-9942-640B7DA4F280}" vid="{75461ED6-C081-4462-B984-E879FFF7A0A8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uez">
    <a:dk1>
      <a:srgbClr val="000000"/>
    </a:dk1>
    <a:lt1>
      <a:srgbClr val="FFFFFF"/>
    </a:lt1>
    <a:dk2>
      <a:srgbClr val="000D42"/>
    </a:dk2>
    <a:lt2>
      <a:srgbClr val="F2F2F2"/>
    </a:lt2>
    <a:accent1>
      <a:srgbClr val="000726"/>
    </a:accent1>
    <a:accent2>
      <a:srgbClr val="001A86"/>
    </a:accent2>
    <a:accent3>
      <a:srgbClr val="FCC12C"/>
    </a:accent3>
    <a:accent4>
      <a:srgbClr val="5B7AFF"/>
    </a:accent4>
    <a:accent5>
      <a:srgbClr val="7F7F7F"/>
    </a:accent5>
    <a:accent6>
      <a:srgbClr val="AFE315"/>
    </a:accent6>
    <a:hlink>
      <a:srgbClr val="201F2D"/>
    </a:hlink>
    <a:folHlink>
      <a:srgbClr val="8582AA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B7405ED4512446A23BBF4720A8E1C1" ma:contentTypeVersion="17" ma:contentTypeDescription="Crée un document." ma:contentTypeScope="" ma:versionID="a9814e69ac4637c1833b0f0127fce9e2">
  <xsd:schema xmlns:xsd="http://www.w3.org/2001/XMLSchema" xmlns:xs="http://www.w3.org/2001/XMLSchema" xmlns:p="http://schemas.microsoft.com/office/2006/metadata/properties" xmlns:ns2="db1f4e46-4df0-42e9-9512-32321773e321" xmlns:ns3="4b87fd9d-d704-4be0-9cdc-e967743304b6" targetNamespace="http://schemas.microsoft.com/office/2006/metadata/properties" ma:root="true" ma:fieldsID="cabcf99d1892e2bf74b2d0ea55c22523" ns2:_="" ns3:_="">
    <xsd:import namespace="db1f4e46-4df0-42e9-9512-32321773e321"/>
    <xsd:import namespace="4b87fd9d-d704-4be0-9cdc-e967743304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f4e46-4df0-42e9-9512-32321773e3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0ace10e6-8c8a-46b5-9435-807f619c6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7fd9d-d704-4be0-9cdc-e967743304b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07dd6d7-ab20-42e1-9daa-7f9edccd3b1e}" ma:internalName="TaxCatchAll" ma:showField="CatchAllData" ma:web="4b87fd9d-d704-4be0-9cdc-e967743304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b87fd9d-d704-4be0-9cdc-e967743304b6" xsi:nil="true"/>
    <lcf76f155ced4ddcb4097134ff3c332f xmlns="db1f4e46-4df0-42e9-9512-32321773e321">
      <Terms xmlns="http://schemas.microsoft.com/office/infopath/2007/PartnerControls"/>
    </lcf76f155ced4ddcb4097134ff3c332f>
  </documentManagement>
</p:properties>
</file>

<file path=customXml/item4.xml><?xml version="1.0" encoding="utf-8"?>
<?mso-contentType ?>
<SharedContentType xmlns="Microsoft.SharePoint.Taxonomy.ContentTypeSync" SourceId="0ace10e6-8c8a-46b5-9435-807f619c65c5" ContentTypeId="0x0101" PreviousValue="false"/>
</file>

<file path=customXml/itemProps1.xml><?xml version="1.0" encoding="utf-8"?>
<ds:datastoreItem xmlns:ds="http://schemas.openxmlformats.org/officeDocument/2006/customXml" ds:itemID="{3807D4C0-5160-4628-9423-9F4B6675A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f4e46-4df0-42e9-9512-32321773e321"/>
    <ds:schemaRef ds:uri="4b87fd9d-d704-4be0-9cdc-e967743304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74EFF6-82DF-47E9-B8C2-3D3C664FAB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677CDA-98AB-41C3-975C-0F726244EA1E}">
  <ds:schemaRefs>
    <ds:schemaRef ds:uri="c0fed137-658d-4ae7-b063-1bafb37c88bd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50d095db-c507-46d5-bb33-c6f6966c01a3"/>
    <ds:schemaRef ds:uri="http://schemas.microsoft.com/sharepoint/v3"/>
    <ds:schemaRef ds:uri="http://schemas.microsoft.com/office/2006/metadata/properties"/>
    <ds:schemaRef ds:uri="http://www.w3.org/XML/1998/namespace"/>
    <ds:schemaRef ds:uri="4b87fd9d-d704-4be0-9cdc-e967743304b6"/>
    <ds:schemaRef ds:uri="db1f4e46-4df0-42e9-9512-32321773e321"/>
  </ds:schemaRefs>
</ds:datastoreItem>
</file>

<file path=customXml/itemProps4.xml><?xml version="1.0" encoding="utf-8"?>
<ds:datastoreItem xmlns:ds="http://schemas.openxmlformats.org/officeDocument/2006/customXml" ds:itemID="{CA81A85F-6474-4CD1-B2C6-E67B38ACD464}">
  <ds:schemaRefs>
    <ds:schemaRef ds:uri="Microsoft.SharePoint.Taxonomy.ContentTypeSync"/>
  </ds:schemaRefs>
</ds:datastoreItem>
</file>

<file path=docMetadata/LabelInfo.xml><?xml version="1.0" encoding="utf-8"?>
<clbl:labelList xmlns:clbl="http://schemas.microsoft.com/office/2020/mipLabelMetadata">
  <clbl:label id="{04d09258-035b-4e4f-ae3e-d79ff3d418d8}" enabled="1" method="Standard" siteId="{f4a12867-922d-4b9d-bb85-9ee7898512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100</Words>
  <Application>Microsoft Office PowerPoint</Application>
  <PresentationFormat>Grand écran</PresentationFormat>
  <Paragraphs>18</Paragraphs>
  <Slides>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Arial Bold</vt:lpstr>
      <vt:lpstr>Arial Nova</vt:lpstr>
      <vt:lpstr>Calibri</vt:lpstr>
      <vt:lpstr>Suez Lines</vt:lpstr>
      <vt:lpstr>6_Suez</vt:lpstr>
      <vt:lpstr>5_Thème Office</vt:lpstr>
      <vt:lpstr>Thème Office</vt:lpstr>
      <vt:lpstr>Diapositive think-cell</vt:lpstr>
      <vt:lpstr>Présentation PowerPoint</vt:lpstr>
      <vt:lpstr>Le problème à résoudre</vt:lpstr>
      <vt:lpstr>La solution en un coup d’œil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SUEZ digital solutions November 2024</dc:title>
  <dc:creator>Racher, David</dc:creator>
  <cp:lastModifiedBy>Fontaine, Philippe</cp:lastModifiedBy>
  <cp:revision>9</cp:revision>
  <dcterms:created xsi:type="dcterms:W3CDTF">2024-12-17T20:48:19Z</dcterms:created>
  <dcterms:modified xsi:type="dcterms:W3CDTF">2026-09-15T07:08:51Z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3_Thème Office:7\6_Suez:6\5_Textes:4\10_Thème Office:12\1_Autres (chiffres, graph. etc):6</vt:lpwstr>
  </property>
  <property fmtid="{D5CDD505-2E9C-101B-9397-08002B2CF9AE}" pid="3" name="ClassificationContentMarkingFooterText">
    <vt:lpwstr>General</vt:lpwstr>
  </property>
  <property fmtid="{D5CDD505-2E9C-101B-9397-08002B2CF9AE}" pid="4" name="ContentTypeId">
    <vt:lpwstr>0x0101004EB7405ED4512446A23BBF4720A8E1C1</vt:lpwstr>
  </property>
  <property fmtid="{D5CDD505-2E9C-101B-9397-08002B2CF9AE}" pid="5" name="MediaServiceImageTags">
    <vt:lpwstr/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